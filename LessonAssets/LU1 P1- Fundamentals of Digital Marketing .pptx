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8" r:id="rId3"/>
    <p:sldId id="263" r:id="rId4"/>
    <p:sldId id="257" r:id="rId5"/>
    <p:sldId id="282" r:id="rId6"/>
    <p:sldId id="273" r:id="rId7"/>
    <p:sldId id="284" r:id="rId8"/>
    <p:sldId id="285" r:id="rId9"/>
    <p:sldId id="286" r:id="rId10"/>
    <p:sldId id="287" r:id="rId11"/>
    <p:sldId id="258" r:id="rId12"/>
    <p:sldId id="264" r:id="rId13"/>
    <p:sldId id="259" r:id="rId14"/>
    <p:sldId id="260" r:id="rId15"/>
    <p:sldId id="281" r:id="rId16"/>
    <p:sldId id="265" r:id="rId17"/>
    <p:sldId id="271" r:id="rId18"/>
    <p:sldId id="283" r:id="rId19"/>
    <p:sldId id="28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965421-21E3-439E-9317-0F5594B59DF1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3DD3C1B7-FCFD-4260-9A39-31E50FE9C343}">
      <dgm:prSet phldrT="[Text]"/>
      <dgm:spPr/>
      <dgm:t>
        <a:bodyPr/>
        <a:lstStyle/>
        <a:p>
          <a:r>
            <a:rPr lang="en-US" dirty="0"/>
            <a:t>Awareness</a:t>
          </a:r>
          <a:endParaRPr lang="en-SG" dirty="0"/>
        </a:p>
      </dgm:t>
    </dgm:pt>
    <dgm:pt modelId="{1EB18E3B-2D6F-4D32-8AE2-8532D925A2B1}" type="parTrans" cxnId="{A78544A8-1638-44FE-9E41-A87107B09CC6}">
      <dgm:prSet/>
      <dgm:spPr/>
      <dgm:t>
        <a:bodyPr/>
        <a:lstStyle/>
        <a:p>
          <a:endParaRPr lang="en-SG"/>
        </a:p>
      </dgm:t>
    </dgm:pt>
    <dgm:pt modelId="{8E37E97C-1909-4054-B0A9-BD3A3E7E9F4B}" type="sibTrans" cxnId="{A78544A8-1638-44FE-9E41-A87107B09CC6}">
      <dgm:prSet/>
      <dgm:spPr/>
      <dgm:t>
        <a:bodyPr/>
        <a:lstStyle/>
        <a:p>
          <a:endParaRPr lang="en-SG"/>
        </a:p>
      </dgm:t>
    </dgm:pt>
    <dgm:pt modelId="{AC89017F-70B0-4AEE-BD03-B63DFAF6174A}">
      <dgm:prSet phldrT="[Text]"/>
      <dgm:spPr/>
      <dgm:t>
        <a:bodyPr/>
        <a:lstStyle/>
        <a:p>
          <a:r>
            <a:rPr lang="en-US" dirty="0"/>
            <a:t>Consideration</a:t>
          </a:r>
          <a:endParaRPr lang="en-SG" dirty="0"/>
        </a:p>
      </dgm:t>
    </dgm:pt>
    <dgm:pt modelId="{EE17299D-C85D-47F8-A6BC-83F4B8AC815A}" type="parTrans" cxnId="{1CD72651-766E-4BFF-AFC8-84717F771A8F}">
      <dgm:prSet/>
      <dgm:spPr/>
      <dgm:t>
        <a:bodyPr/>
        <a:lstStyle/>
        <a:p>
          <a:endParaRPr lang="en-SG"/>
        </a:p>
      </dgm:t>
    </dgm:pt>
    <dgm:pt modelId="{D3818969-CA62-4692-A4DF-B6CE671AAA19}" type="sibTrans" cxnId="{1CD72651-766E-4BFF-AFC8-84717F771A8F}">
      <dgm:prSet/>
      <dgm:spPr/>
      <dgm:t>
        <a:bodyPr/>
        <a:lstStyle/>
        <a:p>
          <a:endParaRPr lang="en-SG"/>
        </a:p>
      </dgm:t>
    </dgm:pt>
    <dgm:pt modelId="{492A89BB-FAFE-4752-BB25-9920D56BB9F5}">
      <dgm:prSet phldrT="[Text]"/>
      <dgm:spPr/>
      <dgm:t>
        <a:bodyPr/>
        <a:lstStyle/>
        <a:p>
          <a:r>
            <a:rPr lang="en-US" dirty="0"/>
            <a:t>Intent</a:t>
          </a:r>
          <a:endParaRPr lang="en-SG" dirty="0"/>
        </a:p>
      </dgm:t>
    </dgm:pt>
    <dgm:pt modelId="{FCE35BDF-477A-43C0-8AC5-893610561D42}" type="parTrans" cxnId="{B80A5F88-9FBA-4FC1-A592-B9217BA5E0D1}">
      <dgm:prSet/>
      <dgm:spPr/>
      <dgm:t>
        <a:bodyPr/>
        <a:lstStyle/>
        <a:p>
          <a:endParaRPr lang="en-SG"/>
        </a:p>
      </dgm:t>
    </dgm:pt>
    <dgm:pt modelId="{E459C3AB-E337-4C9E-9779-9672106A8E57}" type="sibTrans" cxnId="{B80A5F88-9FBA-4FC1-A592-B9217BA5E0D1}">
      <dgm:prSet/>
      <dgm:spPr/>
      <dgm:t>
        <a:bodyPr/>
        <a:lstStyle/>
        <a:p>
          <a:endParaRPr lang="en-SG"/>
        </a:p>
      </dgm:t>
    </dgm:pt>
    <dgm:pt modelId="{DA81209C-716E-4941-8822-9D9B625679D0}">
      <dgm:prSet phldrT="[Text]"/>
      <dgm:spPr/>
      <dgm:t>
        <a:bodyPr/>
        <a:lstStyle/>
        <a:p>
          <a:r>
            <a:rPr lang="en-US" dirty="0"/>
            <a:t>Decision</a:t>
          </a:r>
          <a:endParaRPr lang="en-SG" dirty="0"/>
        </a:p>
      </dgm:t>
    </dgm:pt>
    <dgm:pt modelId="{672F2487-938C-43D6-8F37-7AE04F82D245}" type="parTrans" cxnId="{F65442A6-24A4-46F2-9CE3-602CD6D1E10D}">
      <dgm:prSet/>
      <dgm:spPr/>
      <dgm:t>
        <a:bodyPr/>
        <a:lstStyle/>
        <a:p>
          <a:endParaRPr lang="en-SG"/>
        </a:p>
      </dgm:t>
    </dgm:pt>
    <dgm:pt modelId="{03446C61-2FED-4A82-B1C2-F6E4BF015482}" type="sibTrans" cxnId="{F65442A6-24A4-46F2-9CE3-602CD6D1E10D}">
      <dgm:prSet/>
      <dgm:spPr/>
      <dgm:t>
        <a:bodyPr/>
        <a:lstStyle/>
        <a:p>
          <a:endParaRPr lang="en-SG"/>
        </a:p>
      </dgm:t>
    </dgm:pt>
    <dgm:pt modelId="{D89457E5-392A-4B59-8204-E88DB1F84729}" type="pres">
      <dgm:prSet presAssocID="{A7965421-21E3-439E-9317-0F5594B59DF1}" presName="Name0" presStyleCnt="0">
        <dgm:presLayoutVars>
          <dgm:dir/>
          <dgm:animLvl val="lvl"/>
          <dgm:resizeHandles val="exact"/>
        </dgm:presLayoutVars>
      </dgm:prSet>
      <dgm:spPr/>
    </dgm:pt>
    <dgm:pt modelId="{8B391DF9-5EF5-453F-B99F-48F78C2D489E}" type="pres">
      <dgm:prSet presAssocID="{3DD3C1B7-FCFD-4260-9A39-31E50FE9C34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161DE24-35AE-4BC4-9FE5-5C0148622660}" type="pres">
      <dgm:prSet presAssocID="{8E37E97C-1909-4054-B0A9-BD3A3E7E9F4B}" presName="parTxOnlySpace" presStyleCnt="0"/>
      <dgm:spPr/>
    </dgm:pt>
    <dgm:pt modelId="{8E6E69BF-7925-4BF0-AC1B-21688405A9A0}" type="pres">
      <dgm:prSet presAssocID="{AC89017F-70B0-4AEE-BD03-B63DFAF6174A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9FB5057-2772-4B20-B244-7A5BFBD4848D}" type="pres">
      <dgm:prSet presAssocID="{D3818969-CA62-4692-A4DF-B6CE671AAA19}" presName="parTxOnlySpace" presStyleCnt="0"/>
      <dgm:spPr/>
    </dgm:pt>
    <dgm:pt modelId="{B50D8017-56C6-4265-9B4D-F60BB96914F7}" type="pres">
      <dgm:prSet presAssocID="{492A89BB-FAFE-4752-BB25-9920D56BB9F5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285D56F-B18D-4842-936D-5E06A60B8175}" type="pres">
      <dgm:prSet presAssocID="{E459C3AB-E337-4C9E-9779-9672106A8E57}" presName="parTxOnlySpace" presStyleCnt="0"/>
      <dgm:spPr/>
    </dgm:pt>
    <dgm:pt modelId="{5637C8F8-006D-402E-AB72-07EB491BE12B}" type="pres">
      <dgm:prSet presAssocID="{DA81209C-716E-4941-8822-9D9B625679D0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419FD4C-DB0E-4254-9F9E-FC4FAA0766A5}" type="presOf" srcId="{A7965421-21E3-439E-9317-0F5594B59DF1}" destId="{D89457E5-392A-4B59-8204-E88DB1F84729}" srcOrd="0" destOrd="0" presId="urn:microsoft.com/office/officeart/2005/8/layout/chevron1"/>
    <dgm:cxn modelId="{1CD72651-766E-4BFF-AFC8-84717F771A8F}" srcId="{A7965421-21E3-439E-9317-0F5594B59DF1}" destId="{AC89017F-70B0-4AEE-BD03-B63DFAF6174A}" srcOrd="1" destOrd="0" parTransId="{EE17299D-C85D-47F8-A6BC-83F4B8AC815A}" sibTransId="{D3818969-CA62-4692-A4DF-B6CE671AAA19}"/>
    <dgm:cxn modelId="{CF4EFE74-5693-40F1-8EC6-15D88758F859}" type="presOf" srcId="{DA81209C-716E-4941-8822-9D9B625679D0}" destId="{5637C8F8-006D-402E-AB72-07EB491BE12B}" srcOrd="0" destOrd="0" presId="urn:microsoft.com/office/officeart/2005/8/layout/chevron1"/>
    <dgm:cxn modelId="{B80A5F88-9FBA-4FC1-A592-B9217BA5E0D1}" srcId="{A7965421-21E3-439E-9317-0F5594B59DF1}" destId="{492A89BB-FAFE-4752-BB25-9920D56BB9F5}" srcOrd="2" destOrd="0" parTransId="{FCE35BDF-477A-43C0-8AC5-893610561D42}" sibTransId="{E459C3AB-E337-4C9E-9779-9672106A8E57}"/>
    <dgm:cxn modelId="{95FCC69D-4FE3-4BC0-8A2B-F9D1F3A394A4}" type="presOf" srcId="{AC89017F-70B0-4AEE-BD03-B63DFAF6174A}" destId="{8E6E69BF-7925-4BF0-AC1B-21688405A9A0}" srcOrd="0" destOrd="0" presId="urn:microsoft.com/office/officeart/2005/8/layout/chevron1"/>
    <dgm:cxn modelId="{F65442A6-24A4-46F2-9CE3-602CD6D1E10D}" srcId="{A7965421-21E3-439E-9317-0F5594B59DF1}" destId="{DA81209C-716E-4941-8822-9D9B625679D0}" srcOrd="3" destOrd="0" parTransId="{672F2487-938C-43D6-8F37-7AE04F82D245}" sibTransId="{03446C61-2FED-4A82-B1C2-F6E4BF015482}"/>
    <dgm:cxn modelId="{A78544A8-1638-44FE-9E41-A87107B09CC6}" srcId="{A7965421-21E3-439E-9317-0F5594B59DF1}" destId="{3DD3C1B7-FCFD-4260-9A39-31E50FE9C343}" srcOrd="0" destOrd="0" parTransId="{1EB18E3B-2D6F-4D32-8AE2-8532D925A2B1}" sibTransId="{8E37E97C-1909-4054-B0A9-BD3A3E7E9F4B}"/>
    <dgm:cxn modelId="{651F47C8-5EB2-4E9D-B27E-1D56037E2A0B}" type="presOf" srcId="{492A89BB-FAFE-4752-BB25-9920D56BB9F5}" destId="{B50D8017-56C6-4265-9B4D-F60BB96914F7}" srcOrd="0" destOrd="0" presId="urn:microsoft.com/office/officeart/2005/8/layout/chevron1"/>
    <dgm:cxn modelId="{D012B5FD-9B41-4B39-9007-17B33D0B9279}" type="presOf" srcId="{3DD3C1B7-FCFD-4260-9A39-31E50FE9C343}" destId="{8B391DF9-5EF5-453F-B99F-48F78C2D489E}" srcOrd="0" destOrd="0" presId="urn:microsoft.com/office/officeart/2005/8/layout/chevron1"/>
    <dgm:cxn modelId="{050A98BD-FBBE-43DC-9F40-D4AC5C94408E}" type="presParOf" srcId="{D89457E5-392A-4B59-8204-E88DB1F84729}" destId="{8B391DF9-5EF5-453F-B99F-48F78C2D489E}" srcOrd="0" destOrd="0" presId="urn:microsoft.com/office/officeart/2005/8/layout/chevron1"/>
    <dgm:cxn modelId="{AEF61191-22D5-46D2-ABBD-61B79711DA05}" type="presParOf" srcId="{D89457E5-392A-4B59-8204-E88DB1F84729}" destId="{7161DE24-35AE-4BC4-9FE5-5C0148622660}" srcOrd="1" destOrd="0" presId="urn:microsoft.com/office/officeart/2005/8/layout/chevron1"/>
    <dgm:cxn modelId="{BFF45DFC-F363-4417-8EA6-8D2CE0BC17FB}" type="presParOf" srcId="{D89457E5-392A-4B59-8204-E88DB1F84729}" destId="{8E6E69BF-7925-4BF0-AC1B-21688405A9A0}" srcOrd="2" destOrd="0" presId="urn:microsoft.com/office/officeart/2005/8/layout/chevron1"/>
    <dgm:cxn modelId="{6BEF0CF5-FBDE-4596-97D2-3FA62ADB1AC0}" type="presParOf" srcId="{D89457E5-392A-4B59-8204-E88DB1F84729}" destId="{69FB5057-2772-4B20-B244-7A5BFBD4848D}" srcOrd="3" destOrd="0" presId="urn:microsoft.com/office/officeart/2005/8/layout/chevron1"/>
    <dgm:cxn modelId="{8100A93A-73F9-4700-9A55-81959DC492A4}" type="presParOf" srcId="{D89457E5-392A-4B59-8204-E88DB1F84729}" destId="{B50D8017-56C6-4265-9B4D-F60BB96914F7}" srcOrd="4" destOrd="0" presId="urn:microsoft.com/office/officeart/2005/8/layout/chevron1"/>
    <dgm:cxn modelId="{53E3A073-5AD3-4D64-A2CA-43095D3E01A3}" type="presParOf" srcId="{D89457E5-392A-4B59-8204-E88DB1F84729}" destId="{2285D56F-B18D-4842-936D-5E06A60B8175}" srcOrd="5" destOrd="0" presId="urn:microsoft.com/office/officeart/2005/8/layout/chevron1"/>
    <dgm:cxn modelId="{C70D4A5A-1B49-44A4-9159-8FFBFFE4B82F}" type="presParOf" srcId="{D89457E5-392A-4B59-8204-E88DB1F84729}" destId="{5637C8F8-006D-402E-AB72-07EB491BE12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813D65-1770-450A-8BA8-2A7B6729AF69}" type="doc">
      <dgm:prSet loTypeId="urn:microsoft.com/office/officeart/2005/8/layout/hierarchy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69A341EE-0477-47ED-86CD-3E7EF36EFEAF}">
      <dgm:prSet phldrT="[Text]"/>
      <dgm:spPr/>
      <dgm:t>
        <a:bodyPr/>
        <a:lstStyle/>
        <a:p>
          <a:r>
            <a:rPr lang="en-US" dirty="0"/>
            <a:t>Social Media Page</a:t>
          </a:r>
          <a:endParaRPr lang="en-SG" dirty="0"/>
        </a:p>
      </dgm:t>
    </dgm:pt>
    <dgm:pt modelId="{83F9EDAD-48C7-4EEE-AA49-A21B7C26221D}" type="parTrans" cxnId="{3C1C7B5D-1E5D-4DD6-A0D8-E934B7053151}">
      <dgm:prSet/>
      <dgm:spPr/>
      <dgm:t>
        <a:bodyPr/>
        <a:lstStyle/>
        <a:p>
          <a:endParaRPr lang="en-SG"/>
        </a:p>
      </dgm:t>
    </dgm:pt>
    <dgm:pt modelId="{C330CC3C-0498-40B2-8DC5-7CBE75AA56D1}" type="sibTrans" cxnId="{3C1C7B5D-1E5D-4DD6-A0D8-E934B7053151}">
      <dgm:prSet/>
      <dgm:spPr/>
      <dgm:t>
        <a:bodyPr/>
        <a:lstStyle/>
        <a:p>
          <a:endParaRPr lang="en-SG"/>
        </a:p>
      </dgm:t>
    </dgm:pt>
    <dgm:pt modelId="{09035962-08D1-4D2B-B853-56EC9DCD5747}">
      <dgm:prSet phldrT="[Text]"/>
      <dgm:spPr/>
      <dgm:t>
        <a:bodyPr/>
        <a:lstStyle/>
        <a:p>
          <a:r>
            <a:rPr lang="en-US" dirty="0"/>
            <a:t>Facebook</a:t>
          </a:r>
          <a:endParaRPr lang="en-SG" dirty="0"/>
        </a:p>
      </dgm:t>
    </dgm:pt>
    <dgm:pt modelId="{921A30EE-215A-47C9-8CBD-436D9F335770}" type="parTrans" cxnId="{ED1480AC-3A0E-4CF1-AF54-D2DA12C17258}">
      <dgm:prSet/>
      <dgm:spPr/>
      <dgm:t>
        <a:bodyPr/>
        <a:lstStyle/>
        <a:p>
          <a:endParaRPr lang="en-SG"/>
        </a:p>
      </dgm:t>
    </dgm:pt>
    <dgm:pt modelId="{BE8F094F-3D11-4374-A524-88D992082CE4}" type="sibTrans" cxnId="{ED1480AC-3A0E-4CF1-AF54-D2DA12C17258}">
      <dgm:prSet/>
      <dgm:spPr/>
      <dgm:t>
        <a:bodyPr/>
        <a:lstStyle/>
        <a:p>
          <a:endParaRPr lang="en-SG"/>
        </a:p>
      </dgm:t>
    </dgm:pt>
    <dgm:pt modelId="{352C327C-EEFA-4D11-8AFE-D0FE5070AF14}">
      <dgm:prSet phldrT="[Text]"/>
      <dgm:spPr/>
      <dgm:t>
        <a:bodyPr/>
        <a:lstStyle/>
        <a:p>
          <a:r>
            <a:rPr lang="en-US" dirty="0"/>
            <a:t>Instagram</a:t>
          </a:r>
          <a:endParaRPr lang="en-SG" dirty="0"/>
        </a:p>
      </dgm:t>
    </dgm:pt>
    <dgm:pt modelId="{2CBC3759-0193-4B72-B872-8B0509BDA675}" type="parTrans" cxnId="{A902E7AA-AEBF-4BC8-946B-8CAAC14A7A64}">
      <dgm:prSet/>
      <dgm:spPr/>
      <dgm:t>
        <a:bodyPr/>
        <a:lstStyle/>
        <a:p>
          <a:endParaRPr lang="en-SG"/>
        </a:p>
      </dgm:t>
    </dgm:pt>
    <dgm:pt modelId="{758616C4-D62A-42AA-9E1D-D4489D18ED8F}" type="sibTrans" cxnId="{A902E7AA-AEBF-4BC8-946B-8CAAC14A7A64}">
      <dgm:prSet/>
      <dgm:spPr/>
      <dgm:t>
        <a:bodyPr/>
        <a:lstStyle/>
        <a:p>
          <a:endParaRPr lang="en-SG"/>
        </a:p>
      </dgm:t>
    </dgm:pt>
    <dgm:pt modelId="{5D7E4703-744C-4CEC-94B2-4F7A87180C71}">
      <dgm:prSet phldrT="[Text]"/>
      <dgm:spPr/>
      <dgm:t>
        <a:bodyPr/>
        <a:lstStyle/>
        <a:p>
          <a:r>
            <a:rPr lang="en-US" dirty="0"/>
            <a:t>Website with CMS</a:t>
          </a:r>
          <a:endParaRPr lang="en-SG" dirty="0"/>
        </a:p>
      </dgm:t>
    </dgm:pt>
    <dgm:pt modelId="{A1226DC5-067B-4522-AA3C-029C4E542E38}" type="parTrans" cxnId="{4C06C199-8A1A-46D1-BA6D-BE1D2AEDB322}">
      <dgm:prSet/>
      <dgm:spPr/>
      <dgm:t>
        <a:bodyPr/>
        <a:lstStyle/>
        <a:p>
          <a:endParaRPr lang="en-SG"/>
        </a:p>
      </dgm:t>
    </dgm:pt>
    <dgm:pt modelId="{25F3165C-A2F1-4AD3-83FA-2B0B3D9F796A}" type="sibTrans" cxnId="{4C06C199-8A1A-46D1-BA6D-BE1D2AEDB322}">
      <dgm:prSet/>
      <dgm:spPr/>
      <dgm:t>
        <a:bodyPr/>
        <a:lstStyle/>
        <a:p>
          <a:endParaRPr lang="en-SG"/>
        </a:p>
      </dgm:t>
    </dgm:pt>
    <dgm:pt modelId="{A763795B-90BB-4E4A-BF78-B68F961D6CE6}">
      <dgm:prSet phldrT="[Text]"/>
      <dgm:spPr/>
      <dgm:t>
        <a:bodyPr/>
        <a:lstStyle/>
        <a:p>
          <a:r>
            <a:rPr lang="en-US" dirty="0"/>
            <a:t>WordPress</a:t>
          </a:r>
          <a:endParaRPr lang="en-SG" dirty="0"/>
        </a:p>
      </dgm:t>
    </dgm:pt>
    <dgm:pt modelId="{457B908F-4818-4709-BFDF-AAD6653947DD}" type="parTrans" cxnId="{8DB8CC47-7D45-4300-A492-AD60C71FE4F3}">
      <dgm:prSet/>
      <dgm:spPr/>
      <dgm:t>
        <a:bodyPr/>
        <a:lstStyle/>
        <a:p>
          <a:endParaRPr lang="en-SG"/>
        </a:p>
      </dgm:t>
    </dgm:pt>
    <dgm:pt modelId="{8CBB6DEB-9201-4B88-AAFA-742E3D123132}" type="sibTrans" cxnId="{8DB8CC47-7D45-4300-A492-AD60C71FE4F3}">
      <dgm:prSet/>
      <dgm:spPr/>
      <dgm:t>
        <a:bodyPr/>
        <a:lstStyle/>
        <a:p>
          <a:endParaRPr lang="en-SG"/>
        </a:p>
      </dgm:t>
    </dgm:pt>
    <dgm:pt modelId="{BAE0267F-56E6-433B-BBB1-1B4D5934433D}">
      <dgm:prSet phldrT="[Text]"/>
      <dgm:spPr/>
      <dgm:t>
        <a:bodyPr/>
        <a:lstStyle/>
        <a:p>
          <a:r>
            <a:rPr lang="en-US" dirty="0"/>
            <a:t>Joomla</a:t>
          </a:r>
          <a:endParaRPr lang="en-SG" dirty="0"/>
        </a:p>
      </dgm:t>
    </dgm:pt>
    <dgm:pt modelId="{0A40C627-3EF3-4E90-9537-DF37D7376BB4}" type="parTrans" cxnId="{1BFF8413-6F21-4A36-BB0A-7F8E34FA4EF5}">
      <dgm:prSet/>
      <dgm:spPr/>
      <dgm:t>
        <a:bodyPr/>
        <a:lstStyle/>
        <a:p>
          <a:endParaRPr lang="en-SG"/>
        </a:p>
      </dgm:t>
    </dgm:pt>
    <dgm:pt modelId="{26E93E16-123C-47D8-86BD-2B9BA5CDDEF6}" type="sibTrans" cxnId="{1BFF8413-6F21-4A36-BB0A-7F8E34FA4EF5}">
      <dgm:prSet/>
      <dgm:spPr/>
      <dgm:t>
        <a:bodyPr/>
        <a:lstStyle/>
        <a:p>
          <a:endParaRPr lang="en-SG"/>
        </a:p>
      </dgm:t>
    </dgm:pt>
    <dgm:pt modelId="{5399FEBC-796E-4741-A39D-C3A5B4A226F4}">
      <dgm:prSet phldrT="[Text]"/>
      <dgm:spPr/>
      <dgm:t>
        <a:bodyPr/>
        <a:lstStyle/>
        <a:p>
          <a:r>
            <a:rPr lang="en-US" dirty="0"/>
            <a:t>Web Builders</a:t>
          </a:r>
          <a:endParaRPr lang="en-SG" dirty="0"/>
        </a:p>
      </dgm:t>
    </dgm:pt>
    <dgm:pt modelId="{17C46C83-F983-4733-AB9E-A94D356C57E2}" type="parTrans" cxnId="{012BBE3F-9F00-4608-956F-06E1F92F17EA}">
      <dgm:prSet/>
      <dgm:spPr/>
      <dgm:t>
        <a:bodyPr/>
        <a:lstStyle/>
        <a:p>
          <a:endParaRPr lang="en-SG"/>
        </a:p>
      </dgm:t>
    </dgm:pt>
    <dgm:pt modelId="{EA95A617-5A97-420D-AFFC-F98F8F92095F}" type="sibTrans" cxnId="{012BBE3F-9F00-4608-956F-06E1F92F17EA}">
      <dgm:prSet/>
      <dgm:spPr/>
      <dgm:t>
        <a:bodyPr/>
        <a:lstStyle/>
        <a:p>
          <a:endParaRPr lang="en-SG"/>
        </a:p>
      </dgm:t>
    </dgm:pt>
    <dgm:pt modelId="{A88F80BD-808A-4805-BBEB-FFE3BB173C22}">
      <dgm:prSet phldrT="[Text]"/>
      <dgm:spPr/>
      <dgm:t>
        <a:bodyPr/>
        <a:lstStyle/>
        <a:p>
          <a:r>
            <a:rPr lang="en-US" dirty="0"/>
            <a:t>Weebly</a:t>
          </a:r>
          <a:endParaRPr lang="en-SG" dirty="0"/>
        </a:p>
      </dgm:t>
    </dgm:pt>
    <dgm:pt modelId="{0EC01C4B-09E5-4046-93C9-B6256516E77B}" type="parTrans" cxnId="{91A1CF15-DF03-4AFC-BCC5-EC9F69490CFB}">
      <dgm:prSet/>
      <dgm:spPr/>
      <dgm:t>
        <a:bodyPr/>
        <a:lstStyle/>
        <a:p>
          <a:endParaRPr lang="en-SG"/>
        </a:p>
      </dgm:t>
    </dgm:pt>
    <dgm:pt modelId="{46B1645E-F25E-4E20-BC36-893EEC1CD148}" type="sibTrans" cxnId="{91A1CF15-DF03-4AFC-BCC5-EC9F69490CFB}">
      <dgm:prSet/>
      <dgm:spPr/>
      <dgm:t>
        <a:bodyPr/>
        <a:lstStyle/>
        <a:p>
          <a:endParaRPr lang="en-SG"/>
        </a:p>
      </dgm:t>
    </dgm:pt>
    <dgm:pt modelId="{D2A367D8-5A49-474C-A51A-E48B68264871}">
      <dgm:prSet phldrT="[Text]"/>
      <dgm:spPr/>
      <dgm:t>
        <a:bodyPr/>
        <a:lstStyle/>
        <a:p>
          <a:r>
            <a:rPr lang="en-US" dirty="0" err="1"/>
            <a:t>Wix</a:t>
          </a:r>
          <a:endParaRPr lang="en-SG" dirty="0"/>
        </a:p>
      </dgm:t>
    </dgm:pt>
    <dgm:pt modelId="{8A9F60FC-DF37-4463-BAB1-357D7035FF2E}" type="parTrans" cxnId="{F8EEFD36-C44C-495D-BB90-80294B1207A5}">
      <dgm:prSet/>
      <dgm:spPr/>
      <dgm:t>
        <a:bodyPr/>
        <a:lstStyle/>
        <a:p>
          <a:endParaRPr lang="en-SG"/>
        </a:p>
      </dgm:t>
    </dgm:pt>
    <dgm:pt modelId="{0B88E3FB-8EC8-43FF-8FD4-15C1A8402947}" type="sibTrans" cxnId="{F8EEFD36-C44C-495D-BB90-80294B1207A5}">
      <dgm:prSet/>
      <dgm:spPr/>
      <dgm:t>
        <a:bodyPr/>
        <a:lstStyle/>
        <a:p>
          <a:endParaRPr lang="en-SG"/>
        </a:p>
      </dgm:t>
    </dgm:pt>
    <dgm:pt modelId="{D8FA79BF-42E9-404F-BF97-B11DF25AB541}">
      <dgm:prSet phldrT="[Text]"/>
      <dgm:spPr/>
      <dgm:t>
        <a:bodyPr/>
        <a:lstStyle/>
        <a:p>
          <a:r>
            <a:rPr lang="en-US" dirty="0"/>
            <a:t>YouTube</a:t>
          </a:r>
          <a:endParaRPr lang="en-SG" dirty="0"/>
        </a:p>
      </dgm:t>
    </dgm:pt>
    <dgm:pt modelId="{17A52C49-94CE-4DA5-A50F-8CC1EAFAFEC3}" type="parTrans" cxnId="{7CF47ABA-40A9-4FCE-86A7-0C3CF5FF9B2D}">
      <dgm:prSet/>
      <dgm:spPr/>
      <dgm:t>
        <a:bodyPr/>
        <a:lstStyle/>
        <a:p>
          <a:endParaRPr lang="en-SG"/>
        </a:p>
      </dgm:t>
    </dgm:pt>
    <dgm:pt modelId="{1B5EEA10-3B44-4BF8-9E28-7542297D894F}" type="sibTrans" cxnId="{7CF47ABA-40A9-4FCE-86A7-0C3CF5FF9B2D}">
      <dgm:prSet/>
      <dgm:spPr/>
      <dgm:t>
        <a:bodyPr/>
        <a:lstStyle/>
        <a:p>
          <a:endParaRPr lang="en-SG"/>
        </a:p>
      </dgm:t>
    </dgm:pt>
    <dgm:pt modelId="{62208F5B-7706-46E7-B930-2F65F1B9B8AF}">
      <dgm:prSet phldrT="[Text]"/>
      <dgm:spPr/>
      <dgm:t>
        <a:bodyPr/>
        <a:lstStyle/>
        <a:p>
          <a:r>
            <a:rPr lang="en-US" dirty="0"/>
            <a:t>Drupal</a:t>
          </a:r>
          <a:endParaRPr lang="en-SG" dirty="0"/>
        </a:p>
      </dgm:t>
    </dgm:pt>
    <dgm:pt modelId="{ED820075-7EE2-4A92-8BB8-B656621B3B16}" type="parTrans" cxnId="{F8076DAA-BB73-491B-88FA-490050BFD8FA}">
      <dgm:prSet/>
      <dgm:spPr/>
      <dgm:t>
        <a:bodyPr/>
        <a:lstStyle/>
        <a:p>
          <a:endParaRPr lang="en-SG"/>
        </a:p>
      </dgm:t>
    </dgm:pt>
    <dgm:pt modelId="{AF1AFD0A-D5F1-44DB-BAFD-21C0EF84F98D}" type="sibTrans" cxnId="{F8076DAA-BB73-491B-88FA-490050BFD8FA}">
      <dgm:prSet/>
      <dgm:spPr/>
      <dgm:t>
        <a:bodyPr/>
        <a:lstStyle/>
        <a:p>
          <a:endParaRPr lang="en-SG"/>
        </a:p>
      </dgm:t>
    </dgm:pt>
    <dgm:pt modelId="{C8AD6726-9DF0-4981-902C-D89AB55BA8FF}">
      <dgm:prSet phldrT="[Text]"/>
      <dgm:spPr/>
      <dgm:t>
        <a:bodyPr/>
        <a:lstStyle/>
        <a:p>
          <a:r>
            <a:rPr lang="en-US" dirty="0"/>
            <a:t>Shopify</a:t>
          </a:r>
          <a:endParaRPr lang="en-SG" dirty="0"/>
        </a:p>
      </dgm:t>
    </dgm:pt>
    <dgm:pt modelId="{1AC77D8D-8853-4AC8-B818-7E2E6FAB9707}" type="parTrans" cxnId="{8DC1BDE1-A4A3-4C42-B3FC-A6C3F349BC93}">
      <dgm:prSet/>
      <dgm:spPr/>
      <dgm:t>
        <a:bodyPr/>
        <a:lstStyle/>
        <a:p>
          <a:endParaRPr lang="en-SG"/>
        </a:p>
      </dgm:t>
    </dgm:pt>
    <dgm:pt modelId="{DE6AC377-D587-4F77-88C4-406368A60935}" type="sibTrans" cxnId="{8DC1BDE1-A4A3-4C42-B3FC-A6C3F349BC93}">
      <dgm:prSet/>
      <dgm:spPr/>
      <dgm:t>
        <a:bodyPr/>
        <a:lstStyle/>
        <a:p>
          <a:endParaRPr lang="en-SG"/>
        </a:p>
      </dgm:t>
    </dgm:pt>
    <dgm:pt modelId="{03EA1200-58F5-4130-ADE5-8A7F472B5A35}">
      <dgm:prSet phldrT="[Text]"/>
      <dgm:spPr/>
      <dgm:t>
        <a:bodyPr/>
        <a:lstStyle/>
        <a:p>
          <a:r>
            <a:rPr lang="en-SG" dirty="0"/>
            <a:t>Linked IN</a:t>
          </a:r>
        </a:p>
      </dgm:t>
    </dgm:pt>
    <dgm:pt modelId="{2384391E-1E7B-49E6-B23F-A26DEF1C8147}" type="parTrans" cxnId="{71509C63-EDAA-40C5-923C-3FD93BFCFBD9}">
      <dgm:prSet/>
      <dgm:spPr/>
      <dgm:t>
        <a:bodyPr/>
        <a:lstStyle/>
        <a:p>
          <a:endParaRPr lang="en-SG"/>
        </a:p>
      </dgm:t>
    </dgm:pt>
    <dgm:pt modelId="{C8E351D5-4AC6-49D7-A5A4-DFBE8F60BB60}" type="sibTrans" cxnId="{71509C63-EDAA-40C5-923C-3FD93BFCFBD9}">
      <dgm:prSet/>
      <dgm:spPr/>
      <dgm:t>
        <a:bodyPr/>
        <a:lstStyle/>
        <a:p>
          <a:endParaRPr lang="en-SG"/>
        </a:p>
      </dgm:t>
    </dgm:pt>
    <dgm:pt modelId="{8069358E-ACDE-442A-A8B6-18FD8804B3FA}">
      <dgm:prSet phldrT="[Text]"/>
      <dgm:spPr/>
      <dgm:t>
        <a:bodyPr/>
        <a:lstStyle/>
        <a:p>
          <a:r>
            <a:rPr lang="en-SG" dirty="0"/>
            <a:t>Twitter</a:t>
          </a:r>
        </a:p>
      </dgm:t>
    </dgm:pt>
    <dgm:pt modelId="{5A5E1CDA-EA0A-425C-8535-927DEE1BD215}" type="parTrans" cxnId="{A6C48BD1-A4D8-40BC-9257-768F3A6821D0}">
      <dgm:prSet/>
      <dgm:spPr/>
      <dgm:t>
        <a:bodyPr/>
        <a:lstStyle/>
        <a:p>
          <a:endParaRPr lang="en-SG"/>
        </a:p>
      </dgm:t>
    </dgm:pt>
    <dgm:pt modelId="{C5AC4C66-F13C-44E9-9E2E-D60E285C75DA}" type="sibTrans" cxnId="{A6C48BD1-A4D8-40BC-9257-768F3A6821D0}">
      <dgm:prSet/>
      <dgm:spPr/>
      <dgm:t>
        <a:bodyPr/>
        <a:lstStyle/>
        <a:p>
          <a:endParaRPr lang="en-SG"/>
        </a:p>
      </dgm:t>
    </dgm:pt>
    <dgm:pt modelId="{83D93D0F-E751-4513-895B-EF352CD20E69}" type="pres">
      <dgm:prSet presAssocID="{F9813D65-1770-450A-8BA8-2A7B6729AF6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3A2950-7474-4036-940A-DF301EB17996}" type="pres">
      <dgm:prSet presAssocID="{69A341EE-0477-47ED-86CD-3E7EF36EFEAF}" presName="root" presStyleCnt="0"/>
      <dgm:spPr/>
    </dgm:pt>
    <dgm:pt modelId="{ED21BD2D-AE25-4262-BEDC-7D568147C761}" type="pres">
      <dgm:prSet presAssocID="{69A341EE-0477-47ED-86CD-3E7EF36EFEAF}" presName="rootComposite" presStyleCnt="0"/>
      <dgm:spPr/>
    </dgm:pt>
    <dgm:pt modelId="{738B3CCF-2226-4767-A347-C7798EC3B069}" type="pres">
      <dgm:prSet presAssocID="{69A341EE-0477-47ED-86CD-3E7EF36EFEAF}" presName="rootText" presStyleLbl="node1" presStyleIdx="0" presStyleCnt="3"/>
      <dgm:spPr/>
    </dgm:pt>
    <dgm:pt modelId="{5A053AE3-64C2-447D-BB83-D09F60CD9A45}" type="pres">
      <dgm:prSet presAssocID="{69A341EE-0477-47ED-86CD-3E7EF36EFEAF}" presName="rootConnector" presStyleLbl="node1" presStyleIdx="0" presStyleCnt="3"/>
      <dgm:spPr/>
    </dgm:pt>
    <dgm:pt modelId="{6297DD13-11D0-49C4-BB2E-5AE1D01606BA}" type="pres">
      <dgm:prSet presAssocID="{69A341EE-0477-47ED-86CD-3E7EF36EFEAF}" presName="childShape" presStyleCnt="0"/>
      <dgm:spPr/>
    </dgm:pt>
    <dgm:pt modelId="{21E1B4A0-1416-4D64-8A1D-12CB9F1EE2BF}" type="pres">
      <dgm:prSet presAssocID="{921A30EE-215A-47C9-8CBD-436D9F335770}" presName="Name13" presStyleLbl="parChTrans1D2" presStyleIdx="0" presStyleCnt="11"/>
      <dgm:spPr/>
    </dgm:pt>
    <dgm:pt modelId="{3902D1DF-7F09-444B-93C0-FED1751EBCE6}" type="pres">
      <dgm:prSet presAssocID="{09035962-08D1-4D2B-B853-56EC9DCD5747}" presName="childText" presStyleLbl="bgAcc1" presStyleIdx="0" presStyleCnt="11">
        <dgm:presLayoutVars>
          <dgm:bulletEnabled val="1"/>
        </dgm:presLayoutVars>
      </dgm:prSet>
      <dgm:spPr/>
    </dgm:pt>
    <dgm:pt modelId="{9ABC35B5-C9EC-4965-9584-57CEC082104A}" type="pres">
      <dgm:prSet presAssocID="{2CBC3759-0193-4B72-B872-8B0509BDA675}" presName="Name13" presStyleLbl="parChTrans1D2" presStyleIdx="1" presStyleCnt="11"/>
      <dgm:spPr/>
    </dgm:pt>
    <dgm:pt modelId="{3B9EDA9F-0B05-4904-B50E-E69C86A7684C}" type="pres">
      <dgm:prSet presAssocID="{352C327C-EEFA-4D11-8AFE-D0FE5070AF14}" presName="childText" presStyleLbl="bgAcc1" presStyleIdx="1" presStyleCnt="11">
        <dgm:presLayoutVars>
          <dgm:bulletEnabled val="1"/>
        </dgm:presLayoutVars>
      </dgm:prSet>
      <dgm:spPr/>
    </dgm:pt>
    <dgm:pt modelId="{E7A79A5D-F785-4AB0-A0DE-8664DCA6B8B2}" type="pres">
      <dgm:prSet presAssocID="{17A52C49-94CE-4DA5-A50F-8CC1EAFAFEC3}" presName="Name13" presStyleLbl="parChTrans1D2" presStyleIdx="2" presStyleCnt="11"/>
      <dgm:spPr/>
    </dgm:pt>
    <dgm:pt modelId="{0DF97D28-5B79-49B0-AAE9-42CF716BAFE2}" type="pres">
      <dgm:prSet presAssocID="{D8FA79BF-42E9-404F-BF97-B11DF25AB541}" presName="childText" presStyleLbl="bgAcc1" presStyleIdx="2" presStyleCnt="11">
        <dgm:presLayoutVars>
          <dgm:bulletEnabled val="1"/>
        </dgm:presLayoutVars>
      </dgm:prSet>
      <dgm:spPr/>
    </dgm:pt>
    <dgm:pt modelId="{2067E1C5-B086-4441-83F9-6E933C858C78}" type="pres">
      <dgm:prSet presAssocID="{2384391E-1E7B-49E6-B23F-A26DEF1C8147}" presName="Name13" presStyleLbl="parChTrans1D2" presStyleIdx="3" presStyleCnt="11"/>
      <dgm:spPr/>
    </dgm:pt>
    <dgm:pt modelId="{737EF283-6E2D-4579-9F8F-F1F296AA1CA9}" type="pres">
      <dgm:prSet presAssocID="{03EA1200-58F5-4130-ADE5-8A7F472B5A35}" presName="childText" presStyleLbl="bgAcc1" presStyleIdx="3" presStyleCnt="11">
        <dgm:presLayoutVars>
          <dgm:bulletEnabled val="1"/>
        </dgm:presLayoutVars>
      </dgm:prSet>
      <dgm:spPr/>
    </dgm:pt>
    <dgm:pt modelId="{A59D07E2-CD4D-47FD-AC7B-394844D5E2DD}" type="pres">
      <dgm:prSet presAssocID="{5A5E1CDA-EA0A-425C-8535-927DEE1BD215}" presName="Name13" presStyleLbl="parChTrans1D2" presStyleIdx="4" presStyleCnt="11"/>
      <dgm:spPr/>
    </dgm:pt>
    <dgm:pt modelId="{8202FDC4-F430-4109-A58B-5BC81FC862F9}" type="pres">
      <dgm:prSet presAssocID="{8069358E-ACDE-442A-A8B6-18FD8804B3FA}" presName="childText" presStyleLbl="bgAcc1" presStyleIdx="4" presStyleCnt="11">
        <dgm:presLayoutVars>
          <dgm:bulletEnabled val="1"/>
        </dgm:presLayoutVars>
      </dgm:prSet>
      <dgm:spPr/>
    </dgm:pt>
    <dgm:pt modelId="{46E08478-3776-47F0-86AE-6E08270490C6}" type="pres">
      <dgm:prSet presAssocID="{5D7E4703-744C-4CEC-94B2-4F7A87180C71}" presName="root" presStyleCnt="0"/>
      <dgm:spPr/>
    </dgm:pt>
    <dgm:pt modelId="{F86E4987-C4EC-4C50-97A9-DA5734FE3C87}" type="pres">
      <dgm:prSet presAssocID="{5D7E4703-744C-4CEC-94B2-4F7A87180C71}" presName="rootComposite" presStyleCnt="0"/>
      <dgm:spPr/>
    </dgm:pt>
    <dgm:pt modelId="{732CD2FF-1094-4CE3-85FF-482403091F86}" type="pres">
      <dgm:prSet presAssocID="{5D7E4703-744C-4CEC-94B2-4F7A87180C71}" presName="rootText" presStyleLbl="node1" presStyleIdx="1" presStyleCnt="3"/>
      <dgm:spPr/>
    </dgm:pt>
    <dgm:pt modelId="{E336BC48-1CEA-476F-863F-B7D1B84FED0E}" type="pres">
      <dgm:prSet presAssocID="{5D7E4703-744C-4CEC-94B2-4F7A87180C71}" presName="rootConnector" presStyleLbl="node1" presStyleIdx="1" presStyleCnt="3"/>
      <dgm:spPr/>
    </dgm:pt>
    <dgm:pt modelId="{CCBC55C9-7038-4262-95B3-4801F11AFCB2}" type="pres">
      <dgm:prSet presAssocID="{5D7E4703-744C-4CEC-94B2-4F7A87180C71}" presName="childShape" presStyleCnt="0"/>
      <dgm:spPr/>
    </dgm:pt>
    <dgm:pt modelId="{53AD9D00-BF6A-40E1-9E61-7A2C2642205B}" type="pres">
      <dgm:prSet presAssocID="{457B908F-4818-4709-BFDF-AAD6653947DD}" presName="Name13" presStyleLbl="parChTrans1D2" presStyleIdx="5" presStyleCnt="11"/>
      <dgm:spPr/>
    </dgm:pt>
    <dgm:pt modelId="{7D4A7E09-2DA2-4FA7-90BC-C61D9A248977}" type="pres">
      <dgm:prSet presAssocID="{A763795B-90BB-4E4A-BF78-B68F961D6CE6}" presName="childText" presStyleLbl="bgAcc1" presStyleIdx="5" presStyleCnt="11">
        <dgm:presLayoutVars>
          <dgm:bulletEnabled val="1"/>
        </dgm:presLayoutVars>
      </dgm:prSet>
      <dgm:spPr/>
    </dgm:pt>
    <dgm:pt modelId="{E31D5838-352D-42C2-BCF8-89CAA5EE14EA}" type="pres">
      <dgm:prSet presAssocID="{0A40C627-3EF3-4E90-9537-DF37D7376BB4}" presName="Name13" presStyleLbl="parChTrans1D2" presStyleIdx="6" presStyleCnt="11"/>
      <dgm:spPr/>
    </dgm:pt>
    <dgm:pt modelId="{46583606-8C2C-4515-A434-1F070790EF8E}" type="pres">
      <dgm:prSet presAssocID="{BAE0267F-56E6-433B-BBB1-1B4D5934433D}" presName="childText" presStyleLbl="bgAcc1" presStyleIdx="6" presStyleCnt="11">
        <dgm:presLayoutVars>
          <dgm:bulletEnabled val="1"/>
        </dgm:presLayoutVars>
      </dgm:prSet>
      <dgm:spPr/>
    </dgm:pt>
    <dgm:pt modelId="{74FEE219-2DBD-447D-8B92-8F32E3A05644}" type="pres">
      <dgm:prSet presAssocID="{ED820075-7EE2-4A92-8BB8-B656621B3B16}" presName="Name13" presStyleLbl="parChTrans1D2" presStyleIdx="7" presStyleCnt="11"/>
      <dgm:spPr/>
    </dgm:pt>
    <dgm:pt modelId="{B8AE4C23-6A57-4FE0-9290-1B5C9F5A62C8}" type="pres">
      <dgm:prSet presAssocID="{62208F5B-7706-46E7-B930-2F65F1B9B8AF}" presName="childText" presStyleLbl="bgAcc1" presStyleIdx="7" presStyleCnt="11">
        <dgm:presLayoutVars>
          <dgm:bulletEnabled val="1"/>
        </dgm:presLayoutVars>
      </dgm:prSet>
      <dgm:spPr/>
    </dgm:pt>
    <dgm:pt modelId="{30302C8B-E8EB-4778-B7FD-7353435106E1}" type="pres">
      <dgm:prSet presAssocID="{5399FEBC-796E-4741-A39D-C3A5B4A226F4}" presName="root" presStyleCnt="0"/>
      <dgm:spPr/>
    </dgm:pt>
    <dgm:pt modelId="{3733AF9C-6EDC-4C58-B498-5A0780015445}" type="pres">
      <dgm:prSet presAssocID="{5399FEBC-796E-4741-A39D-C3A5B4A226F4}" presName="rootComposite" presStyleCnt="0"/>
      <dgm:spPr/>
    </dgm:pt>
    <dgm:pt modelId="{4829FD6B-252F-4594-AAC7-126B1ADF3F52}" type="pres">
      <dgm:prSet presAssocID="{5399FEBC-796E-4741-A39D-C3A5B4A226F4}" presName="rootText" presStyleLbl="node1" presStyleIdx="2" presStyleCnt="3"/>
      <dgm:spPr/>
    </dgm:pt>
    <dgm:pt modelId="{0053FF80-BFFE-4822-B443-ED2387F45138}" type="pres">
      <dgm:prSet presAssocID="{5399FEBC-796E-4741-A39D-C3A5B4A226F4}" presName="rootConnector" presStyleLbl="node1" presStyleIdx="2" presStyleCnt="3"/>
      <dgm:spPr/>
    </dgm:pt>
    <dgm:pt modelId="{4848FC7B-A375-42F8-94C9-E311F847412D}" type="pres">
      <dgm:prSet presAssocID="{5399FEBC-796E-4741-A39D-C3A5B4A226F4}" presName="childShape" presStyleCnt="0"/>
      <dgm:spPr/>
    </dgm:pt>
    <dgm:pt modelId="{9E74485C-8125-4909-A95A-6E7E07FCAB98}" type="pres">
      <dgm:prSet presAssocID="{0EC01C4B-09E5-4046-93C9-B6256516E77B}" presName="Name13" presStyleLbl="parChTrans1D2" presStyleIdx="8" presStyleCnt="11"/>
      <dgm:spPr/>
    </dgm:pt>
    <dgm:pt modelId="{80BE91CA-2635-490D-A2F1-44CA12EDDCB9}" type="pres">
      <dgm:prSet presAssocID="{A88F80BD-808A-4805-BBEB-FFE3BB173C22}" presName="childText" presStyleLbl="bgAcc1" presStyleIdx="8" presStyleCnt="11">
        <dgm:presLayoutVars>
          <dgm:bulletEnabled val="1"/>
        </dgm:presLayoutVars>
      </dgm:prSet>
      <dgm:spPr/>
    </dgm:pt>
    <dgm:pt modelId="{15EDBA4B-162E-4B28-A90A-6A5B705BA9F9}" type="pres">
      <dgm:prSet presAssocID="{8A9F60FC-DF37-4463-BAB1-357D7035FF2E}" presName="Name13" presStyleLbl="parChTrans1D2" presStyleIdx="9" presStyleCnt="11"/>
      <dgm:spPr/>
    </dgm:pt>
    <dgm:pt modelId="{8D5EDC17-B5E6-445D-B485-8BB91599BDA8}" type="pres">
      <dgm:prSet presAssocID="{D2A367D8-5A49-474C-A51A-E48B68264871}" presName="childText" presStyleLbl="bgAcc1" presStyleIdx="9" presStyleCnt="11">
        <dgm:presLayoutVars>
          <dgm:bulletEnabled val="1"/>
        </dgm:presLayoutVars>
      </dgm:prSet>
      <dgm:spPr/>
    </dgm:pt>
    <dgm:pt modelId="{02034E65-1E60-4C76-BE7C-612A065B17DB}" type="pres">
      <dgm:prSet presAssocID="{1AC77D8D-8853-4AC8-B818-7E2E6FAB9707}" presName="Name13" presStyleLbl="parChTrans1D2" presStyleIdx="10" presStyleCnt="11"/>
      <dgm:spPr/>
    </dgm:pt>
    <dgm:pt modelId="{B50FC692-D65B-4C8A-8482-373466908587}" type="pres">
      <dgm:prSet presAssocID="{C8AD6726-9DF0-4981-902C-D89AB55BA8FF}" presName="childText" presStyleLbl="bgAcc1" presStyleIdx="10" presStyleCnt="11">
        <dgm:presLayoutVars>
          <dgm:bulletEnabled val="1"/>
        </dgm:presLayoutVars>
      </dgm:prSet>
      <dgm:spPr/>
    </dgm:pt>
  </dgm:ptLst>
  <dgm:cxnLst>
    <dgm:cxn modelId="{58C06402-1373-4417-B1FF-97C817810FBD}" type="presOf" srcId="{2CBC3759-0193-4B72-B872-8B0509BDA675}" destId="{9ABC35B5-C9EC-4965-9584-57CEC082104A}" srcOrd="0" destOrd="0" presId="urn:microsoft.com/office/officeart/2005/8/layout/hierarchy3"/>
    <dgm:cxn modelId="{1BFF8413-6F21-4A36-BB0A-7F8E34FA4EF5}" srcId="{5D7E4703-744C-4CEC-94B2-4F7A87180C71}" destId="{BAE0267F-56E6-433B-BBB1-1B4D5934433D}" srcOrd="1" destOrd="0" parTransId="{0A40C627-3EF3-4E90-9537-DF37D7376BB4}" sibTransId="{26E93E16-123C-47D8-86BD-2B9BA5CDDEF6}"/>
    <dgm:cxn modelId="{91A1CF15-DF03-4AFC-BCC5-EC9F69490CFB}" srcId="{5399FEBC-796E-4741-A39D-C3A5B4A226F4}" destId="{A88F80BD-808A-4805-BBEB-FFE3BB173C22}" srcOrd="0" destOrd="0" parTransId="{0EC01C4B-09E5-4046-93C9-B6256516E77B}" sibTransId="{46B1645E-F25E-4E20-BC36-893EEC1CD148}"/>
    <dgm:cxn modelId="{96174322-BF62-47BA-97B2-2980F7EC876D}" type="presOf" srcId="{D2A367D8-5A49-474C-A51A-E48B68264871}" destId="{8D5EDC17-B5E6-445D-B485-8BB91599BDA8}" srcOrd="0" destOrd="0" presId="urn:microsoft.com/office/officeart/2005/8/layout/hierarchy3"/>
    <dgm:cxn modelId="{DD046C28-DE45-4250-865E-A21DD54A1D0D}" type="presOf" srcId="{17A52C49-94CE-4DA5-A50F-8CC1EAFAFEC3}" destId="{E7A79A5D-F785-4AB0-A0DE-8664DCA6B8B2}" srcOrd="0" destOrd="0" presId="urn:microsoft.com/office/officeart/2005/8/layout/hierarchy3"/>
    <dgm:cxn modelId="{BDA6FB2B-85D6-44E8-86E1-2E83AC118035}" type="presOf" srcId="{352C327C-EEFA-4D11-8AFE-D0FE5070AF14}" destId="{3B9EDA9F-0B05-4904-B50E-E69C86A7684C}" srcOrd="0" destOrd="0" presId="urn:microsoft.com/office/officeart/2005/8/layout/hierarchy3"/>
    <dgm:cxn modelId="{3809A22D-57F2-4627-9B4A-6DDB8EB10D62}" type="presOf" srcId="{F9813D65-1770-450A-8BA8-2A7B6729AF69}" destId="{83D93D0F-E751-4513-895B-EF352CD20E69}" srcOrd="0" destOrd="0" presId="urn:microsoft.com/office/officeart/2005/8/layout/hierarchy3"/>
    <dgm:cxn modelId="{D547822F-56F5-4A4D-BA9E-17315D1D6066}" type="presOf" srcId="{A763795B-90BB-4E4A-BF78-B68F961D6CE6}" destId="{7D4A7E09-2DA2-4FA7-90BC-C61D9A248977}" srcOrd="0" destOrd="0" presId="urn:microsoft.com/office/officeart/2005/8/layout/hierarchy3"/>
    <dgm:cxn modelId="{F8EEFD36-C44C-495D-BB90-80294B1207A5}" srcId="{5399FEBC-796E-4741-A39D-C3A5B4A226F4}" destId="{D2A367D8-5A49-474C-A51A-E48B68264871}" srcOrd="1" destOrd="0" parTransId="{8A9F60FC-DF37-4463-BAB1-357D7035FF2E}" sibTransId="{0B88E3FB-8EC8-43FF-8FD4-15C1A8402947}"/>
    <dgm:cxn modelId="{427AB138-D951-4AE6-8EB3-BB0465E51AA9}" type="presOf" srcId="{D8FA79BF-42E9-404F-BF97-B11DF25AB541}" destId="{0DF97D28-5B79-49B0-AAE9-42CF716BAFE2}" srcOrd="0" destOrd="0" presId="urn:microsoft.com/office/officeart/2005/8/layout/hierarchy3"/>
    <dgm:cxn modelId="{012BBE3F-9F00-4608-956F-06E1F92F17EA}" srcId="{F9813D65-1770-450A-8BA8-2A7B6729AF69}" destId="{5399FEBC-796E-4741-A39D-C3A5B4A226F4}" srcOrd="2" destOrd="0" parTransId="{17C46C83-F983-4733-AB9E-A94D356C57E2}" sibTransId="{EA95A617-5A97-420D-AFFC-F98F8F92095F}"/>
    <dgm:cxn modelId="{CF0EB35C-87E5-4835-81BF-AE353F1D2749}" type="presOf" srcId="{03EA1200-58F5-4130-ADE5-8A7F472B5A35}" destId="{737EF283-6E2D-4579-9F8F-F1F296AA1CA9}" srcOrd="0" destOrd="0" presId="urn:microsoft.com/office/officeart/2005/8/layout/hierarchy3"/>
    <dgm:cxn modelId="{3C1C7B5D-1E5D-4DD6-A0D8-E934B7053151}" srcId="{F9813D65-1770-450A-8BA8-2A7B6729AF69}" destId="{69A341EE-0477-47ED-86CD-3E7EF36EFEAF}" srcOrd="0" destOrd="0" parTransId="{83F9EDAD-48C7-4EEE-AA49-A21B7C26221D}" sibTransId="{C330CC3C-0498-40B2-8DC5-7CBE75AA56D1}"/>
    <dgm:cxn modelId="{6D919760-A188-4CE8-86A8-DEFD3135A32D}" type="presOf" srcId="{BAE0267F-56E6-433B-BBB1-1B4D5934433D}" destId="{46583606-8C2C-4515-A434-1F070790EF8E}" srcOrd="0" destOrd="0" presId="urn:microsoft.com/office/officeart/2005/8/layout/hierarchy3"/>
    <dgm:cxn modelId="{71509C63-EDAA-40C5-923C-3FD93BFCFBD9}" srcId="{69A341EE-0477-47ED-86CD-3E7EF36EFEAF}" destId="{03EA1200-58F5-4130-ADE5-8A7F472B5A35}" srcOrd="3" destOrd="0" parTransId="{2384391E-1E7B-49E6-B23F-A26DEF1C8147}" sibTransId="{C8E351D5-4AC6-49D7-A5A4-DFBE8F60BB60}"/>
    <dgm:cxn modelId="{F504E666-C4A1-4C55-9B70-27A5C472FE20}" type="presOf" srcId="{8069358E-ACDE-442A-A8B6-18FD8804B3FA}" destId="{8202FDC4-F430-4109-A58B-5BC81FC862F9}" srcOrd="0" destOrd="0" presId="urn:microsoft.com/office/officeart/2005/8/layout/hierarchy3"/>
    <dgm:cxn modelId="{8DB8CC47-7D45-4300-A492-AD60C71FE4F3}" srcId="{5D7E4703-744C-4CEC-94B2-4F7A87180C71}" destId="{A763795B-90BB-4E4A-BF78-B68F961D6CE6}" srcOrd="0" destOrd="0" parTransId="{457B908F-4818-4709-BFDF-AAD6653947DD}" sibTransId="{8CBB6DEB-9201-4B88-AAFA-742E3D123132}"/>
    <dgm:cxn modelId="{F7DA6B4D-5402-4892-93EC-84C64F9400F0}" type="presOf" srcId="{09035962-08D1-4D2B-B853-56EC9DCD5747}" destId="{3902D1DF-7F09-444B-93C0-FED1751EBCE6}" srcOrd="0" destOrd="0" presId="urn:microsoft.com/office/officeart/2005/8/layout/hierarchy3"/>
    <dgm:cxn modelId="{1C13218A-579F-4360-8647-EC0B74616F65}" type="presOf" srcId="{5D7E4703-744C-4CEC-94B2-4F7A87180C71}" destId="{732CD2FF-1094-4CE3-85FF-482403091F86}" srcOrd="0" destOrd="0" presId="urn:microsoft.com/office/officeart/2005/8/layout/hierarchy3"/>
    <dgm:cxn modelId="{4C06C199-8A1A-46D1-BA6D-BE1D2AEDB322}" srcId="{F9813D65-1770-450A-8BA8-2A7B6729AF69}" destId="{5D7E4703-744C-4CEC-94B2-4F7A87180C71}" srcOrd="1" destOrd="0" parTransId="{A1226DC5-067B-4522-AA3C-029C4E542E38}" sibTransId="{25F3165C-A2F1-4AD3-83FA-2B0B3D9F796A}"/>
    <dgm:cxn modelId="{5B483D9C-CCD0-4DDA-9935-40EFB4B4CF61}" type="presOf" srcId="{ED820075-7EE2-4A92-8BB8-B656621B3B16}" destId="{74FEE219-2DBD-447D-8B92-8F32E3A05644}" srcOrd="0" destOrd="0" presId="urn:microsoft.com/office/officeart/2005/8/layout/hierarchy3"/>
    <dgm:cxn modelId="{218B7E9C-84C3-41AF-BF14-D66FA9613615}" type="presOf" srcId="{8A9F60FC-DF37-4463-BAB1-357D7035FF2E}" destId="{15EDBA4B-162E-4B28-A90A-6A5B705BA9F9}" srcOrd="0" destOrd="0" presId="urn:microsoft.com/office/officeart/2005/8/layout/hierarchy3"/>
    <dgm:cxn modelId="{64E3BDA1-94FE-486D-804F-4CA24CD555AB}" type="presOf" srcId="{1AC77D8D-8853-4AC8-B818-7E2E6FAB9707}" destId="{02034E65-1E60-4C76-BE7C-612A065B17DB}" srcOrd="0" destOrd="0" presId="urn:microsoft.com/office/officeart/2005/8/layout/hierarchy3"/>
    <dgm:cxn modelId="{74276FA8-93E0-4AFB-A2AA-B8AD3DD11D19}" type="presOf" srcId="{5399FEBC-796E-4741-A39D-C3A5B4A226F4}" destId="{4829FD6B-252F-4594-AAC7-126B1ADF3F52}" srcOrd="0" destOrd="0" presId="urn:microsoft.com/office/officeart/2005/8/layout/hierarchy3"/>
    <dgm:cxn modelId="{F8076DAA-BB73-491B-88FA-490050BFD8FA}" srcId="{5D7E4703-744C-4CEC-94B2-4F7A87180C71}" destId="{62208F5B-7706-46E7-B930-2F65F1B9B8AF}" srcOrd="2" destOrd="0" parTransId="{ED820075-7EE2-4A92-8BB8-B656621B3B16}" sibTransId="{AF1AFD0A-D5F1-44DB-BAFD-21C0EF84F98D}"/>
    <dgm:cxn modelId="{1F13A1AA-606D-4FAB-9A01-A2E66F2DA1D2}" type="presOf" srcId="{A88F80BD-808A-4805-BBEB-FFE3BB173C22}" destId="{80BE91CA-2635-490D-A2F1-44CA12EDDCB9}" srcOrd="0" destOrd="0" presId="urn:microsoft.com/office/officeart/2005/8/layout/hierarchy3"/>
    <dgm:cxn modelId="{A902E7AA-AEBF-4BC8-946B-8CAAC14A7A64}" srcId="{69A341EE-0477-47ED-86CD-3E7EF36EFEAF}" destId="{352C327C-EEFA-4D11-8AFE-D0FE5070AF14}" srcOrd="1" destOrd="0" parTransId="{2CBC3759-0193-4B72-B872-8B0509BDA675}" sibTransId="{758616C4-D62A-42AA-9E1D-D4489D18ED8F}"/>
    <dgm:cxn modelId="{AA4EBFAB-1C1E-4478-A863-E447B580BBD4}" type="presOf" srcId="{62208F5B-7706-46E7-B930-2F65F1B9B8AF}" destId="{B8AE4C23-6A57-4FE0-9290-1B5C9F5A62C8}" srcOrd="0" destOrd="0" presId="urn:microsoft.com/office/officeart/2005/8/layout/hierarchy3"/>
    <dgm:cxn modelId="{ED1480AC-3A0E-4CF1-AF54-D2DA12C17258}" srcId="{69A341EE-0477-47ED-86CD-3E7EF36EFEAF}" destId="{09035962-08D1-4D2B-B853-56EC9DCD5747}" srcOrd="0" destOrd="0" parTransId="{921A30EE-215A-47C9-8CBD-436D9F335770}" sibTransId="{BE8F094F-3D11-4374-A524-88D992082CE4}"/>
    <dgm:cxn modelId="{FB8E28BA-5C3B-43BD-9A08-BC00D1C6DEC3}" type="presOf" srcId="{921A30EE-215A-47C9-8CBD-436D9F335770}" destId="{21E1B4A0-1416-4D64-8A1D-12CB9F1EE2BF}" srcOrd="0" destOrd="0" presId="urn:microsoft.com/office/officeart/2005/8/layout/hierarchy3"/>
    <dgm:cxn modelId="{7CF47ABA-40A9-4FCE-86A7-0C3CF5FF9B2D}" srcId="{69A341EE-0477-47ED-86CD-3E7EF36EFEAF}" destId="{D8FA79BF-42E9-404F-BF97-B11DF25AB541}" srcOrd="2" destOrd="0" parTransId="{17A52C49-94CE-4DA5-A50F-8CC1EAFAFEC3}" sibTransId="{1B5EEA10-3B44-4BF8-9E28-7542297D894F}"/>
    <dgm:cxn modelId="{DD92E7C8-AE37-4711-84A5-B91B278994A8}" type="presOf" srcId="{5A5E1CDA-EA0A-425C-8535-927DEE1BD215}" destId="{A59D07E2-CD4D-47FD-AC7B-394844D5E2DD}" srcOrd="0" destOrd="0" presId="urn:microsoft.com/office/officeart/2005/8/layout/hierarchy3"/>
    <dgm:cxn modelId="{959323C9-DEF1-4AB6-955B-9DC8FD9AC407}" type="presOf" srcId="{0A40C627-3EF3-4E90-9537-DF37D7376BB4}" destId="{E31D5838-352D-42C2-BCF8-89CAA5EE14EA}" srcOrd="0" destOrd="0" presId="urn:microsoft.com/office/officeart/2005/8/layout/hierarchy3"/>
    <dgm:cxn modelId="{A6C48BD1-A4D8-40BC-9257-768F3A6821D0}" srcId="{69A341EE-0477-47ED-86CD-3E7EF36EFEAF}" destId="{8069358E-ACDE-442A-A8B6-18FD8804B3FA}" srcOrd="4" destOrd="0" parTransId="{5A5E1CDA-EA0A-425C-8535-927DEE1BD215}" sibTransId="{C5AC4C66-F13C-44E9-9E2E-D60E285C75DA}"/>
    <dgm:cxn modelId="{86EB43DA-1D44-4810-BDAC-79E28ADF999B}" type="presOf" srcId="{457B908F-4818-4709-BFDF-AAD6653947DD}" destId="{53AD9D00-BF6A-40E1-9E61-7A2C2642205B}" srcOrd="0" destOrd="0" presId="urn:microsoft.com/office/officeart/2005/8/layout/hierarchy3"/>
    <dgm:cxn modelId="{EB389CDE-E878-4976-8B32-806CFDA2FE12}" type="presOf" srcId="{69A341EE-0477-47ED-86CD-3E7EF36EFEAF}" destId="{5A053AE3-64C2-447D-BB83-D09F60CD9A45}" srcOrd="1" destOrd="0" presId="urn:microsoft.com/office/officeart/2005/8/layout/hierarchy3"/>
    <dgm:cxn modelId="{B3CEA5E1-620C-4F4C-ABB0-6229E313AB36}" type="presOf" srcId="{C8AD6726-9DF0-4981-902C-D89AB55BA8FF}" destId="{B50FC692-D65B-4C8A-8482-373466908587}" srcOrd="0" destOrd="0" presId="urn:microsoft.com/office/officeart/2005/8/layout/hierarchy3"/>
    <dgm:cxn modelId="{8DC1BDE1-A4A3-4C42-B3FC-A6C3F349BC93}" srcId="{5399FEBC-796E-4741-A39D-C3A5B4A226F4}" destId="{C8AD6726-9DF0-4981-902C-D89AB55BA8FF}" srcOrd="2" destOrd="0" parTransId="{1AC77D8D-8853-4AC8-B818-7E2E6FAB9707}" sibTransId="{DE6AC377-D587-4F77-88C4-406368A60935}"/>
    <dgm:cxn modelId="{AA9ED7E7-8CCC-48A0-AD33-BE9F4734B57E}" type="presOf" srcId="{0EC01C4B-09E5-4046-93C9-B6256516E77B}" destId="{9E74485C-8125-4909-A95A-6E7E07FCAB98}" srcOrd="0" destOrd="0" presId="urn:microsoft.com/office/officeart/2005/8/layout/hierarchy3"/>
    <dgm:cxn modelId="{554A0EED-CB11-412A-BED2-B81C7F9CD6A0}" type="presOf" srcId="{5D7E4703-744C-4CEC-94B2-4F7A87180C71}" destId="{E336BC48-1CEA-476F-863F-B7D1B84FED0E}" srcOrd="1" destOrd="0" presId="urn:microsoft.com/office/officeart/2005/8/layout/hierarchy3"/>
    <dgm:cxn modelId="{76E4DCF3-7484-40DB-9568-343F50E1D601}" type="presOf" srcId="{69A341EE-0477-47ED-86CD-3E7EF36EFEAF}" destId="{738B3CCF-2226-4767-A347-C7798EC3B069}" srcOrd="0" destOrd="0" presId="urn:microsoft.com/office/officeart/2005/8/layout/hierarchy3"/>
    <dgm:cxn modelId="{E478CBF6-86B2-4A7E-97E3-D16E8FABE9A0}" type="presOf" srcId="{5399FEBC-796E-4741-A39D-C3A5B4A226F4}" destId="{0053FF80-BFFE-4822-B443-ED2387F45138}" srcOrd="1" destOrd="0" presId="urn:microsoft.com/office/officeart/2005/8/layout/hierarchy3"/>
    <dgm:cxn modelId="{00B1FDF6-97FA-44D5-87C3-221F1E1037BF}" type="presOf" srcId="{2384391E-1E7B-49E6-B23F-A26DEF1C8147}" destId="{2067E1C5-B086-4441-83F9-6E933C858C78}" srcOrd="0" destOrd="0" presId="urn:microsoft.com/office/officeart/2005/8/layout/hierarchy3"/>
    <dgm:cxn modelId="{73A6B064-58C8-499E-B3CB-B207B30DEB4B}" type="presParOf" srcId="{83D93D0F-E751-4513-895B-EF352CD20E69}" destId="{883A2950-7474-4036-940A-DF301EB17996}" srcOrd="0" destOrd="0" presId="urn:microsoft.com/office/officeart/2005/8/layout/hierarchy3"/>
    <dgm:cxn modelId="{AD9A76EA-DD38-4F14-8EDD-A1DEBB3A18D3}" type="presParOf" srcId="{883A2950-7474-4036-940A-DF301EB17996}" destId="{ED21BD2D-AE25-4262-BEDC-7D568147C761}" srcOrd="0" destOrd="0" presId="urn:microsoft.com/office/officeart/2005/8/layout/hierarchy3"/>
    <dgm:cxn modelId="{74F7D7A2-6EB4-40F5-BC27-C2888D668328}" type="presParOf" srcId="{ED21BD2D-AE25-4262-BEDC-7D568147C761}" destId="{738B3CCF-2226-4767-A347-C7798EC3B069}" srcOrd="0" destOrd="0" presId="urn:microsoft.com/office/officeart/2005/8/layout/hierarchy3"/>
    <dgm:cxn modelId="{18D0F690-B715-4694-8A52-DB96A3AEEE94}" type="presParOf" srcId="{ED21BD2D-AE25-4262-BEDC-7D568147C761}" destId="{5A053AE3-64C2-447D-BB83-D09F60CD9A45}" srcOrd="1" destOrd="0" presId="urn:microsoft.com/office/officeart/2005/8/layout/hierarchy3"/>
    <dgm:cxn modelId="{5AEA167A-5DDE-4CFF-BB8B-03967B1342AE}" type="presParOf" srcId="{883A2950-7474-4036-940A-DF301EB17996}" destId="{6297DD13-11D0-49C4-BB2E-5AE1D01606BA}" srcOrd="1" destOrd="0" presId="urn:microsoft.com/office/officeart/2005/8/layout/hierarchy3"/>
    <dgm:cxn modelId="{5A3634B5-F652-449E-A041-00E35FC3D5CF}" type="presParOf" srcId="{6297DD13-11D0-49C4-BB2E-5AE1D01606BA}" destId="{21E1B4A0-1416-4D64-8A1D-12CB9F1EE2BF}" srcOrd="0" destOrd="0" presId="urn:microsoft.com/office/officeart/2005/8/layout/hierarchy3"/>
    <dgm:cxn modelId="{9196CCD8-AF0D-46A5-99D8-E547ECB2E12C}" type="presParOf" srcId="{6297DD13-11D0-49C4-BB2E-5AE1D01606BA}" destId="{3902D1DF-7F09-444B-93C0-FED1751EBCE6}" srcOrd="1" destOrd="0" presId="urn:microsoft.com/office/officeart/2005/8/layout/hierarchy3"/>
    <dgm:cxn modelId="{9AC2CCF7-E46A-4457-9DCF-5F19509ACAD7}" type="presParOf" srcId="{6297DD13-11D0-49C4-BB2E-5AE1D01606BA}" destId="{9ABC35B5-C9EC-4965-9584-57CEC082104A}" srcOrd="2" destOrd="0" presId="urn:microsoft.com/office/officeart/2005/8/layout/hierarchy3"/>
    <dgm:cxn modelId="{DFA8421F-C736-4D83-954F-F7421C418D98}" type="presParOf" srcId="{6297DD13-11D0-49C4-BB2E-5AE1D01606BA}" destId="{3B9EDA9F-0B05-4904-B50E-E69C86A7684C}" srcOrd="3" destOrd="0" presId="urn:microsoft.com/office/officeart/2005/8/layout/hierarchy3"/>
    <dgm:cxn modelId="{98B0F722-14DB-4EE2-B712-37E6723897CE}" type="presParOf" srcId="{6297DD13-11D0-49C4-BB2E-5AE1D01606BA}" destId="{E7A79A5D-F785-4AB0-A0DE-8664DCA6B8B2}" srcOrd="4" destOrd="0" presId="urn:microsoft.com/office/officeart/2005/8/layout/hierarchy3"/>
    <dgm:cxn modelId="{E07B4472-CC0F-4AB3-AC46-41BC16273078}" type="presParOf" srcId="{6297DD13-11D0-49C4-BB2E-5AE1D01606BA}" destId="{0DF97D28-5B79-49B0-AAE9-42CF716BAFE2}" srcOrd="5" destOrd="0" presId="urn:microsoft.com/office/officeart/2005/8/layout/hierarchy3"/>
    <dgm:cxn modelId="{362069C2-570D-412D-A799-286388F843A8}" type="presParOf" srcId="{6297DD13-11D0-49C4-BB2E-5AE1D01606BA}" destId="{2067E1C5-B086-4441-83F9-6E933C858C78}" srcOrd="6" destOrd="0" presId="urn:microsoft.com/office/officeart/2005/8/layout/hierarchy3"/>
    <dgm:cxn modelId="{0F933F74-294A-47DA-B244-16E4013D452C}" type="presParOf" srcId="{6297DD13-11D0-49C4-BB2E-5AE1D01606BA}" destId="{737EF283-6E2D-4579-9F8F-F1F296AA1CA9}" srcOrd="7" destOrd="0" presId="urn:microsoft.com/office/officeart/2005/8/layout/hierarchy3"/>
    <dgm:cxn modelId="{A950CF07-4A83-4C9C-B603-70BD3CD4632B}" type="presParOf" srcId="{6297DD13-11D0-49C4-BB2E-5AE1D01606BA}" destId="{A59D07E2-CD4D-47FD-AC7B-394844D5E2DD}" srcOrd="8" destOrd="0" presId="urn:microsoft.com/office/officeart/2005/8/layout/hierarchy3"/>
    <dgm:cxn modelId="{633CCA44-8395-4A57-A47E-0FE851EFF33F}" type="presParOf" srcId="{6297DD13-11D0-49C4-BB2E-5AE1D01606BA}" destId="{8202FDC4-F430-4109-A58B-5BC81FC862F9}" srcOrd="9" destOrd="0" presId="urn:microsoft.com/office/officeart/2005/8/layout/hierarchy3"/>
    <dgm:cxn modelId="{D22F7DD4-AC47-43DE-A709-F6324B6E22B5}" type="presParOf" srcId="{83D93D0F-E751-4513-895B-EF352CD20E69}" destId="{46E08478-3776-47F0-86AE-6E08270490C6}" srcOrd="1" destOrd="0" presId="urn:microsoft.com/office/officeart/2005/8/layout/hierarchy3"/>
    <dgm:cxn modelId="{5E9E116E-E674-420D-A641-9A3C802A2D5D}" type="presParOf" srcId="{46E08478-3776-47F0-86AE-6E08270490C6}" destId="{F86E4987-C4EC-4C50-97A9-DA5734FE3C87}" srcOrd="0" destOrd="0" presId="urn:microsoft.com/office/officeart/2005/8/layout/hierarchy3"/>
    <dgm:cxn modelId="{993AD2BA-B701-4CF2-BB1C-499D37B23E3E}" type="presParOf" srcId="{F86E4987-C4EC-4C50-97A9-DA5734FE3C87}" destId="{732CD2FF-1094-4CE3-85FF-482403091F86}" srcOrd="0" destOrd="0" presId="urn:microsoft.com/office/officeart/2005/8/layout/hierarchy3"/>
    <dgm:cxn modelId="{727BE556-A9B1-477B-BA03-2DD6BF06750F}" type="presParOf" srcId="{F86E4987-C4EC-4C50-97A9-DA5734FE3C87}" destId="{E336BC48-1CEA-476F-863F-B7D1B84FED0E}" srcOrd="1" destOrd="0" presId="urn:microsoft.com/office/officeart/2005/8/layout/hierarchy3"/>
    <dgm:cxn modelId="{6757A51F-7A53-4803-8DC9-D3880F4E7D46}" type="presParOf" srcId="{46E08478-3776-47F0-86AE-6E08270490C6}" destId="{CCBC55C9-7038-4262-95B3-4801F11AFCB2}" srcOrd="1" destOrd="0" presId="urn:microsoft.com/office/officeart/2005/8/layout/hierarchy3"/>
    <dgm:cxn modelId="{731759B7-DDF0-466E-AF7F-41FA01744C9D}" type="presParOf" srcId="{CCBC55C9-7038-4262-95B3-4801F11AFCB2}" destId="{53AD9D00-BF6A-40E1-9E61-7A2C2642205B}" srcOrd="0" destOrd="0" presId="urn:microsoft.com/office/officeart/2005/8/layout/hierarchy3"/>
    <dgm:cxn modelId="{71BBE381-9A93-4186-B991-8DD020C77F0B}" type="presParOf" srcId="{CCBC55C9-7038-4262-95B3-4801F11AFCB2}" destId="{7D4A7E09-2DA2-4FA7-90BC-C61D9A248977}" srcOrd="1" destOrd="0" presId="urn:microsoft.com/office/officeart/2005/8/layout/hierarchy3"/>
    <dgm:cxn modelId="{E4D368CC-1BB0-439D-89D4-B788926D3612}" type="presParOf" srcId="{CCBC55C9-7038-4262-95B3-4801F11AFCB2}" destId="{E31D5838-352D-42C2-BCF8-89CAA5EE14EA}" srcOrd="2" destOrd="0" presId="urn:microsoft.com/office/officeart/2005/8/layout/hierarchy3"/>
    <dgm:cxn modelId="{4AF2956E-B459-4577-BC9E-7A1B5610CAFF}" type="presParOf" srcId="{CCBC55C9-7038-4262-95B3-4801F11AFCB2}" destId="{46583606-8C2C-4515-A434-1F070790EF8E}" srcOrd="3" destOrd="0" presId="urn:microsoft.com/office/officeart/2005/8/layout/hierarchy3"/>
    <dgm:cxn modelId="{B0B6CD8D-A8AF-475E-A7E4-0D62CB934A54}" type="presParOf" srcId="{CCBC55C9-7038-4262-95B3-4801F11AFCB2}" destId="{74FEE219-2DBD-447D-8B92-8F32E3A05644}" srcOrd="4" destOrd="0" presId="urn:microsoft.com/office/officeart/2005/8/layout/hierarchy3"/>
    <dgm:cxn modelId="{0E773D04-54B3-49B6-8008-EE9BDC78FFDD}" type="presParOf" srcId="{CCBC55C9-7038-4262-95B3-4801F11AFCB2}" destId="{B8AE4C23-6A57-4FE0-9290-1B5C9F5A62C8}" srcOrd="5" destOrd="0" presId="urn:microsoft.com/office/officeart/2005/8/layout/hierarchy3"/>
    <dgm:cxn modelId="{03B0FD70-BC63-4356-963E-FEA2A185DBCF}" type="presParOf" srcId="{83D93D0F-E751-4513-895B-EF352CD20E69}" destId="{30302C8B-E8EB-4778-B7FD-7353435106E1}" srcOrd="2" destOrd="0" presId="urn:microsoft.com/office/officeart/2005/8/layout/hierarchy3"/>
    <dgm:cxn modelId="{0CB28144-05B8-4585-A8DF-60EF1AD58354}" type="presParOf" srcId="{30302C8B-E8EB-4778-B7FD-7353435106E1}" destId="{3733AF9C-6EDC-4C58-B498-5A0780015445}" srcOrd="0" destOrd="0" presId="urn:microsoft.com/office/officeart/2005/8/layout/hierarchy3"/>
    <dgm:cxn modelId="{18A5135A-0087-4B46-AD53-688C5D1A199C}" type="presParOf" srcId="{3733AF9C-6EDC-4C58-B498-5A0780015445}" destId="{4829FD6B-252F-4594-AAC7-126B1ADF3F52}" srcOrd="0" destOrd="0" presId="urn:microsoft.com/office/officeart/2005/8/layout/hierarchy3"/>
    <dgm:cxn modelId="{573E1781-6989-4D7B-A7D7-E2181726A6D1}" type="presParOf" srcId="{3733AF9C-6EDC-4C58-B498-5A0780015445}" destId="{0053FF80-BFFE-4822-B443-ED2387F45138}" srcOrd="1" destOrd="0" presId="urn:microsoft.com/office/officeart/2005/8/layout/hierarchy3"/>
    <dgm:cxn modelId="{06C43D3A-290F-49D3-A5FF-4FFED47711DE}" type="presParOf" srcId="{30302C8B-E8EB-4778-B7FD-7353435106E1}" destId="{4848FC7B-A375-42F8-94C9-E311F847412D}" srcOrd="1" destOrd="0" presId="urn:microsoft.com/office/officeart/2005/8/layout/hierarchy3"/>
    <dgm:cxn modelId="{F5BB2FF0-85E4-4836-BA9C-B8E76DB0600B}" type="presParOf" srcId="{4848FC7B-A375-42F8-94C9-E311F847412D}" destId="{9E74485C-8125-4909-A95A-6E7E07FCAB98}" srcOrd="0" destOrd="0" presId="urn:microsoft.com/office/officeart/2005/8/layout/hierarchy3"/>
    <dgm:cxn modelId="{049F920B-AB80-402E-AE8F-4BF731D0584E}" type="presParOf" srcId="{4848FC7B-A375-42F8-94C9-E311F847412D}" destId="{80BE91CA-2635-490D-A2F1-44CA12EDDCB9}" srcOrd="1" destOrd="0" presId="urn:microsoft.com/office/officeart/2005/8/layout/hierarchy3"/>
    <dgm:cxn modelId="{B4A9F4EA-7711-4000-82D9-94140E07C33E}" type="presParOf" srcId="{4848FC7B-A375-42F8-94C9-E311F847412D}" destId="{15EDBA4B-162E-4B28-A90A-6A5B705BA9F9}" srcOrd="2" destOrd="0" presId="urn:microsoft.com/office/officeart/2005/8/layout/hierarchy3"/>
    <dgm:cxn modelId="{8B141E08-47F9-47A7-A16D-23FF2DBC8418}" type="presParOf" srcId="{4848FC7B-A375-42F8-94C9-E311F847412D}" destId="{8D5EDC17-B5E6-445D-B485-8BB91599BDA8}" srcOrd="3" destOrd="0" presId="urn:microsoft.com/office/officeart/2005/8/layout/hierarchy3"/>
    <dgm:cxn modelId="{843FB4C9-9EA6-4B57-BEF3-FA3DC92C4BF0}" type="presParOf" srcId="{4848FC7B-A375-42F8-94C9-E311F847412D}" destId="{02034E65-1E60-4C76-BE7C-612A065B17DB}" srcOrd="4" destOrd="0" presId="urn:microsoft.com/office/officeart/2005/8/layout/hierarchy3"/>
    <dgm:cxn modelId="{01822429-AAEC-438D-83B7-CED900131C8E}" type="presParOf" srcId="{4848FC7B-A375-42F8-94C9-E311F847412D}" destId="{B50FC692-D65B-4C8A-8482-373466908587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91DF9-5EF5-453F-B99F-48F78C2D489E}">
      <dsp:nvSpPr>
        <dsp:cNvPr id="0" name=""/>
        <dsp:cNvSpPr/>
      </dsp:nvSpPr>
      <dsp:spPr>
        <a:xfrm>
          <a:off x="3393" y="352398"/>
          <a:ext cx="1975246" cy="79009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Awareness</a:t>
          </a:r>
          <a:endParaRPr lang="en-SG" sz="1500" kern="1200" dirty="0"/>
        </a:p>
      </dsp:txBody>
      <dsp:txXfrm>
        <a:off x="398442" y="352398"/>
        <a:ext cx="1185148" cy="790098"/>
      </dsp:txXfrm>
    </dsp:sp>
    <dsp:sp modelId="{8E6E69BF-7925-4BF0-AC1B-21688405A9A0}">
      <dsp:nvSpPr>
        <dsp:cNvPr id="0" name=""/>
        <dsp:cNvSpPr/>
      </dsp:nvSpPr>
      <dsp:spPr>
        <a:xfrm>
          <a:off x="1781115" y="352398"/>
          <a:ext cx="1975246" cy="79009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Consideration</a:t>
          </a:r>
          <a:endParaRPr lang="en-SG" sz="1500" kern="1200" dirty="0"/>
        </a:p>
      </dsp:txBody>
      <dsp:txXfrm>
        <a:off x="2176164" y="352398"/>
        <a:ext cx="1185148" cy="790098"/>
      </dsp:txXfrm>
    </dsp:sp>
    <dsp:sp modelId="{B50D8017-56C6-4265-9B4D-F60BB96914F7}">
      <dsp:nvSpPr>
        <dsp:cNvPr id="0" name=""/>
        <dsp:cNvSpPr/>
      </dsp:nvSpPr>
      <dsp:spPr>
        <a:xfrm>
          <a:off x="3558837" y="352398"/>
          <a:ext cx="1975246" cy="79009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Intent</a:t>
          </a:r>
          <a:endParaRPr lang="en-SG" sz="1500" kern="1200" dirty="0"/>
        </a:p>
      </dsp:txBody>
      <dsp:txXfrm>
        <a:off x="3953886" y="352398"/>
        <a:ext cx="1185148" cy="790098"/>
      </dsp:txXfrm>
    </dsp:sp>
    <dsp:sp modelId="{5637C8F8-006D-402E-AB72-07EB491BE12B}">
      <dsp:nvSpPr>
        <dsp:cNvPr id="0" name=""/>
        <dsp:cNvSpPr/>
      </dsp:nvSpPr>
      <dsp:spPr>
        <a:xfrm>
          <a:off x="5336559" y="352398"/>
          <a:ext cx="1975246" cy="790098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Decision</a:t>
          </a:r>
          <a:endParaRPr lang="en-SG" sz="1500" kern="1200" dirty="0"/>
        </a:p>
      </dsp:txBody>
      <dsp:txXfrm>
        <a:off x="5731608" y="352398"/>
        <a:ext cx="1185148" cy="7900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B3CCF-2226-4767-A347-C7798EC3B069}">
      <dsp:nvSpPr>
        <dsp:cNvPr id="0" name=""/>
        <dsp:cNvSpPr/>
      </dsp:nvSpPr>
      <dsp:spPr>
        <a:xfrm>
          <a:off x="1086817" y="775"/>
          <a:ext cx="1120675" cy="5603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Social Media Page</a:t>
          </a:r>
          <a:endParaRPr lang="en-SG" sz="1600" kern="1200" dirty="0"/>
        </a:p>
      </dsp:txBody>
      <dsp:txXfrm>
        <a:off x="1103229" y="17187"/>
        <a:ext cx="1087851" cy="527513"/>
      </dsp:txXfrm>
    </dsp:sp>
    <dsp:sp modelId="{21E1B4A0-1416-4D64-8A1D-12CB9F1EE2BF}">
      <dsp:nvSpPr>
        <dsp:cNvPr id="0" name=""/>
        <dsp:cNvSpPr/>
      </dsp:nvSpPr>
      <dsp:spPr>
        <a:xfrm>
          <a:off x="1198884" y="561113"/>
          <a:ext cx="112067" cy="420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0253"/>
              </a:lnTo>
              <a:lnTo>
                <a:pt x="112067" y="42025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02D1DF-7F09-444B-93C0-FED1751EBCE6}">
      <dsp:nvSpPr>
        <dsp:cNvPr id="0" name=""/>
        <dsp:cNvSpPr/>
      </dsp:nvSpPr>
      <dsp:spPr>
        <a:xfrm>
          <a:off x="1310952" y="701197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Facebook</a:t>
          </a:r>
          <a:endParaRPr lang="en-SG" sz="1400" kern="1200" dirty="0"/>
        </a:p>
      </dsp:txBody>
      <dsp:txXfrm>
        <a:off x="1327364" y="717609"/>
        <a:ext cx="863716" cy="527513"/>
      </dsp:txXfrm>
    </dsp:sp>
    <dsp:sp modelId="{9ABC35B5-C9EC-4965-9584-57CEC082104A}">
      <dsp:nvSpPr>
        <dsp:cNvPr id="0" name=""/>
        <dsp:cNvSpPr/>
      </dsp:nvSpPr>
      <dsp:spPr>
        <a:xfrm>
          <a:off x="1198884" y="561113"/>
          <a:ext cx="112067" cy="1120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0675"/>
              </a:lnTo>
              <a:lnTo>
                <a:pt x="112067" y="11206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9EDA9F-0B05-4904-B50E-E69C86A7684C}">
      <dsp:nvSpPr>
        <dsp:cNvPr id="0" name=""/>
        <dsp:cNvSpPr/>
      </dsp:nvSpPr>
      <dsp:spPr>
        <a:xfrm>
          <a:off x="1310952" y="1401619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Instagram</a:t>
          </a:r>
          <a:endParaRPr lang="en-SG" sz="1400" kern="1200" dirty="0"/>
        </a:p>
      </dsp:txBody>
      <dsp:txXfrm>
        <a:off x="1327364" y="1418031"/>
        <a:ext cx="863716" cy="527513"/>
      </dsp:txXfrm>
    </dsp:sp>
    <dsp:sp modelId="{E7A79A5D-F785-4AB0-A0DE-8664DCA6B8B2}">
      <dsp:nvSpPr>
        <dsp:cNvPr id="0" name=""/>
        <dsp:cNvSpPr/>
      </dsp:nvSpPr>
      <dsp:spPr>
        <a:xfrm>
          <a:off x="1198884" y="561113"/>
          <a:ext cx="112067" cy="1821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1098"/>
              </a:lnTo>
              <a:lnTo>
                <a:pt x="112067" y="182109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F97D28-5B79-49B0-AAE9-42CF716BAFE2}">
      <dsp:nvSpPr>
        <dsp:cNvPr id="0" name=""/>
        <dsp:cNvSpPr/>
      </dsp:nvSpPr>
      <dsp:spPr>
        <a:xfrm>
          <a:off x="1310952" y="2102042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YouTube</a:t>
          </a:r>
          <a:endParaRPr lang="en-SG" sz="1400" kern="1200" dirty="0"/>
        </a:p>
      </dsp:txBody>
      <dsp:txXfrm>
        <a:off x="1327364" y="2118454"/>
        <a:ext cx="863716" cy="527513"/>
      </dsp:txXfrm>
    </dsp:sp>
    <dsp:sp modelId="{2067E1C5-B086-4441-83F9-6E933C858C78}">
      <dsp:nvSpPr>
        <dsp:cNvPr id="0" name=""/>
        <dsp:cNvSpPr/>
      </dsp:nvSpPr>
      <dsp:spPr>
        <a:xfrm>
          <a:off x="1198884" y="561113"/>
          <a:ext cx="112067" cy="25215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1520"/>
              </a:lnTo>
              <a:lnTo>
                <a:pt x="112067" y="252152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7EF283-6E2D-4579-9F8F-F1F296AA1CA9}">
      <dsp:nvSpPr>
        <dsp:cNvPr id="0" name=""/>
        <dsp:cNvSpPr/>
      </dsp:nvSpPr>
      <dsp:spPr>
        <a:xfrm>
          <a:off x="1310952" y="2802464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Linked IN</a:t>
          </a:r>
        </a:p>
      </dsp:txBody>
      <dsp:txXfrm>
        <a:off x="1327364" y="2818876"/>
        <a:ext cx="863716" cy="527513"/>
      </dsp:txXfrm>
    </dsp:sp>
    <dsp:sp modelId="{A59D07E2-CD4D-47FD-AC7B-394844D5E2DD}">
      <dsp:nvSpPr>
        <dsp:cNvPr id="0" name=""/>
        <dsp:cNvSpPr/>
      </dsp:nvSpPr>
      <dsp:spPr>
        <a:xfrm>
          <a:off x="1198884" y="561113"/>
          <a:ext cx="112067" cy="32219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21942"/>
              </a:lnTo>
              <a:lnTo>
                <a:pt x="112067" y="322194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02FDC4-F430-4109-A58B-5BC81FC862F9}">
      <dsp:nvSpPr>
        <dsp:cNvPr id="0" name=""/>
        <dsp:cNvSpPr/>
      </dsp:nvSpPr>
      <dsp:spPr>
        <a:xfrm>
          <a:off x="1310952" y="3502886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Twitter</a:t>
          </a:r>
        </a:p>
      </dsp:txBody>
      <dsp:txXfrm>
        <a:off x="1327364" y="3519298"/>
        <a:ext cx="863716" cy="527513"/>
      </dsp:txXfrm>
    </dsp:sp>
    <dsp:sp modelId="{732CD2FF-1094-4CE3-85FF-482403091F86}">
      <dsp:nvSpPr>
        <dsp:cNvPr id="0" name=""/>
        <dsp:cNvSpPr/>
      </dsp:nvSpPr>
      <dsp:spPr>
        <a:xfrm>
          <a:off x="2487662" y="775"/>
          <a:ext cx="1120675" cy="5603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Website with CMS</a:t>
          </a:r>
          <a:endParaRPr lang="en-SG" sz="1600" kern="1200" dirty="0"/>
        </a:p>
      </dsp:txBody>
      <dsp:txXfrm>
        <a:off x="2504074" y="17187"/>
        <a:ext cx="1087851" cy="527513"/>
      </dsp:txXfrm>
    </dsp:sp>
    <dsp:sp modelId="{53AD9D00-BF6A-40E1-9E61-7A2C2642205B}">
      <dsp:nvSpPr>
        <dsp:cNvPr id="0" name=""/>
        <dsp:cNvSpPr/>
      </dsp:nvSpPr>
      <dsp:spPr>
        <a:xfrm>
          <a:off x="2599729" y="561113"/>
          <a:ext cx="112067" cy="420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0253"/>
              </a:lnTo>
              <a:lnTo>
                <a:pt x="112067" y="42025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7E09-2DA2-4FA7-90BC-C61D9A248977}">
      <dsp:nvSpPr>
        <dsp:cNvPr id="0" name=""/>
        <dsp:cNvSpPr/>
      </dsp:nvSpPr>
      <dsp:spPr>
        <a:xfrm>
          <a:off x="2711797" y="701197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WordPress</a:t>
          </a:r>
          <a:endParaRPr lang="en-SG" sz="1400" kern="1200" dirty="0"/>
        </a:p>
      </dsp:txBody>
      <dsp:txXfrm>
        <a:off x="2728209" y="717609"/>
        <a:ext cx="863716" cy="527513"/>
      </dsp:txXfrm>
    </dsp:sp>
    <dsp:sp modelId="{E31D5838-352D-42C2-BCF8-89CAA5EE14EA}">
      <dsp:nvSpPr>
        <dsp:cNvPr id="0" name=""/>
        <dsp:cNvSpPr/>
      </dsp:nvSpPr>
      <dsp:spPr>
        <a:xfrm>
          <a:off x="2599729" y="561113"/>
          <a:ext cx="112067" cy="1120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0675"/>
              </a:lnTo>
              <a:lnTo>
                <a:pt x="112067" y="11206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583606-8C2C-4515-A434-1F070790EF8E}">
      <dsp:nvSpPr>
        <dsp:cNvPr id="0" name=""/>
        <dsp:cNvSpPr/>
      </dsp:nvSpPr>
      <dsp:spPr>
        <a:xfrm>
          <a:off x="2711797" y="1401619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Joomla</a:t>
          </a:r>
          <a:endParaRPr lang="en-SG" sz="1400" kern="1200" dirty="0"/>
        </a:p>
      </dsp:txBody>
      <dsp:txXfrm>
        <a:off x="2728209" y="1418031"/>
        <a:ext cx="863716" cy="527513"/>
      </dsp:txXfrm>
    </dsp:sp>
    <dsp:sp modelId="{74FEE219-2DBD-447D-8B92-8F32E3A05644}">
      <dsp:nvSpPr>
        <dsp:cNvPr id="0" name=""/>
        <dsp:cNvSpPr/>
      </dsp:nvSpPr>
      <dsp:spPr>
        <a:xfrm>
          <a:off x="2599729" y="561113"/>
          <a:ext cx="112067" cy="1821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1098"/>
              </a:lnTo>
              <a:lnTo>
                <a:pt x="112067" y="182109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AE4C23-6A57-4FE0-9290-1B5C9F5A62C8}">
      <dsp:nvSpPr>
        <dsp:cNvPr id="0" name=""/>
        <dsp:cNvSpPr/>
      </dsp:nvSpPr>
      <dsp:spPr>
        <a:xfrm>
          <a:off x="2711797" y="2102042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Drupal</a:t>
          </a:r>
          <a:endParaRPr lang="en-SG" sz="1400" kern="1200" dirty="0"/>
        </a:p>
      </dsp:txBody>
      <dsp:txXfrm>
        <a:off x="2728209" y="2118454"/>
        <a:ext cx="863716" cy="527513"/>
      </dsp:txXfrm>
    </dsp:sp>
    <dsp:sp modelId="{4829FD6B-252F-4594-AAC7-126B1ADF3F52}">
      <dsp:nvSpPr>
        <dsp:cNvPr id="0" name=""/>
        <dsp:cNvSpPr/>
      </dsp:nvSpPr>
      <dsp:spPr>
        <a:xfrm>
          <a:off x="3888506" y="775"/>
          <a:ext cx="1120675" cy="5603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Web Builders</a:t>
          </a:r>
          <a:endParaRPr lang="en-SG" sz="1600" kern="1200" dirty="0"/>
        </a:p>
      </dsp:txBody>
      <dsp:txXfrm>
        <a:off x="3904918" y="17187"/>
        <a:ext cx="1087851" cy="527513"/>
      </dsp:txXfrm>
    </dsp:sp>
    <dsp:sp modelId="{9E74485C-8125-4909-A95A-6E7E07FCAB98}">
      <dsp:nvSpPr>
        <dsp:cNvPr id="0" name=""/>
        <dsp:cNvSpPr/>
      </dsp:nvSpPr>
      <dsp:spPr>
        <a:xfrm>
          <a:off x="4000574" y="561113"/>
          <a:ext cx="112067" cy="420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0253"/>
              </a:lnTo>
              <a:lnTo>
                <a:pt x="112067" y="42025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E91CA-2635-490D-A2F1-44CA12EDDCB9}">
      <dsp:nvSpPr>
        <dsp:cNvPr id="0" name=""/>
        <dsp:cNvSpPr/>
      </dsp:nvSpPr>
      <dsp:spPr>
        <a:xfrm>
          <a:off x="4112641" y="701197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Weebly</a:t>
          </a:r>
          <a:endParaRPr lang="en-SG" sz="1400" kern="1200" dirty="0"/>
        </a:p>
      </dsp:txBody>
      <dsp:txXfrm>
        <a:off x="4129053" y="717609"/>
        <a:ext cx="863716" cy="527513"/>
      </dsp:txXfrm>
    </dsp:sp>
    <dsp:sp modelId="{15EDBA4B-162E-4B28-A90A-6A5B705BA9F9}">
      <dsp:nvSpPr>
        <dsp:cNvPr id="0" name=""/>
        <dsp:cNvSpPr/>
      </dsp:nvSpPr>
      <dsp:spPr>
        <a:xfrm>
          <a:off x="4000574" y="561113"/>
          <a:ext cx="112067" cy="1120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0675"/>
              </a:lnTo>
              <a:lnTo>
                <a:pt x="112067" y="11206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5EDC17-B5E6-445D-B485-8BB91599BDA8}">
      <dsp:nvSpPr>
        <dsp:cNvPr id="0" name=""/>
        <dsp:cNvSpPr/>
      </dsp:nvSpPr>
      <dsp:spPr>
        <a:xfrm>
          <a:off x="4112641" y="1401619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Wix</a:t>
          </a:r>
          <a:endParaRPr lang="en-SG" sz="1400" kern="1200" dirty="0"/>
        </a:p>
      </dsp:txBody>
      <dsp:txXfrm>
        <a:off x="4129053" y="1418031"/>
        <a:ext cx="863716" cy="527513"/>
      </dsp:txXfrm>
    </dsp:sp>
    <dsp:sp modelId="{02034E65-1E60-4C76-BE7C-612A065B17DB}">
      <dsp:nvSpPr>
        <dsp:cNvPr id="0" name=""/>
        <dsp:cNvSpPr/>
      </dsp:nvSpPr>
      <dsp:spPr>
        <a:xfrm>
          <a:off x="4000574" y="561113"/>
          <a:ext cx="112067" cy="1821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1098"/>
              </a:lnTo>
              <a:lnTo>
                <a:pt x="112067" y="182109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0FC692-D65B-4C8A-8482-373466908587}">
      <dsp:nvSpPr>
        <dsp:cNvPr id="0" name=""/>
        <dsp:cNvSpPr/>
      </dsp:nvSpPr>
      <dsp:spPr>
        <a:xfrm>
          <a:off x="4112641" y="2102042"/>
          <a:ext cx="896540" cy="56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Shopify</a:t>
          </a:r>
          <a:endParaRPr lang="en-SG" sz="1400" kern="1200" dirty="0"/>
        </a:p>
      </dsp:txBody>
      <dsp:txXfrm>
        <a:off x="4129053" y="2118454"/>
        <a:ext cx="863716" cy="5275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E8C21-D195-43F2-AE3E-B57267F35D75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7B58F-22BD-4CE3-BF8B-0E99CDDBC55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277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trials, interactive demos, etc. will help in this stage.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7B58F-22BD-4CE3-BF8B-0E99CDDBC55B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0683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6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849552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68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9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6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3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11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9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84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9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4CCB0-2B6F-4E24-A91F-C0AF8782BFC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4D3A7-7D3D-4CD8-B2CB-FC4A9642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8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Facebook%20Page%20Setup.ppt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</a:t>
            </a:r>
            <a:r>
              <a:rPr lang="en-US"/>
              <a:t>Marketing Essentials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Online Presence</a:t>
            </a:r>
          </a:p>
        </p:txBody>
      </p:sp>
    </p:spTree>
    <p:extLst>
      <p:ext uri="{BB962C8B-B14F-4D97-AF65-F5344CB8AC3E}">
        <p14:creationId xmlns:p14="http://schemas.microsoft.com/office/powerpoint/2010/main" val="1941333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At the end of this session, you will be able to</a:t>
            </a:r>
            <a:r>
              <a:rPr lang="en-US" dirty="0"/>
              <a:t> </a:t>
            </a:r>
          </a:p>
          <a:p>
            <a:r>
              <a:rPr lang="en-US" dirty="0"/>
              <a:t>Appreciate role of Internet in changing marketing landscape</a:t>
            </a:r>
          </a:p>
          <a:p>
            <a:r>
              <a:rPr lang="en-US" dirty="0"/>
              <a:t>Explain why a business need to have online presence</a:t>
            </a:r>
          </a:p>
          <a:p>
            <a:r>
              <a:rPr lang="en-US" dirty="0"/>
              <a:t>Choose effective online presence channels/platform</a:t>
            </a:r>
          </a:p>
        </p:txBody>
      </p:sp>
    </p:spTree>
    <p:extLst>
      <p:ext uri="{BB962C8B-B14F-4D97-AF65-F5344CB8AC3E}">
        <p14:creationId xmlns:p14="http://schemas.microsoft.com/office/powerpoint/2010/main" val="257663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do on the Internet everyday?</a:t>
            </a:r>
          </a:p>
        </p:txBody>
      </p:sp>
    </p:spTree>
    <p:extLst>
      <p:ext uri="{BB962C8B-B14F-4D97-AF65-F5344CB8AC3E}">
        <p14:creationId xmlns:p14="http://schemas.microsoft.com/office/powerpoint/2010/main" val="400535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the Internet has changed your way of living?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200400"/>
            <a:ext cx="24384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Well connected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9391" y="2209800"/>
            <a:ext cx="24384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Information at your finger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6400" y="4253299"/>
            <a:ext cx="24384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Share photos, articles, music, videos, all digitized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9800" y="3216441"/>
            <a:ext cx="24384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Emails, messaging services, new ways of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714964"/>
            <a:ext cx="24384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way we run our businesses</a:t>
            </a:r>
          </a:p>
        </p:txBody>
      </p:sp>
    </p:spTree>
    <p:extLst>
      <p:ext uri="{BB962C8B-B14F-4D97-AF65-F5344CB8AC3E}">
        <p14:creationId xmlns:p14="http://schemas.microsoft.com/office/powerpoint/2010/main" val="71630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C902-4E4A-40B4-AC47-01BFA00A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 need to be online?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705C6-1E40-42CE-918F-FE5A3D174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62" y="1371600"/>
            <a:ext cx="7076676" cy="462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1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Buying Cycle</a:t>
            </a:r>
          </a:p>
          <a:p>
            <a:pPr lvl="1"/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A2E498B-706C-4F85-9C5A-CCB7857920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39695"/>
              </p:ext>
            </p:extLst>
          </p:nvPr>
        </p:nvGraphicFramePr>
        <p:xfrm>
          <a:off x="914400" y="2849033"/>
          <a:ext cx="7315200" cy="1494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061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/>
              <a:t>Buying Cycle</a:t>
            </a:r>
          </a:p>
          <a:p>
            <a:pPr lvl="1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F7D674-4A3A-4287-8422-774B3CB73D98}"/>
              </a:ext>
            </a:extLst>
          </p:cNvPr>
          <p:cNvGrpSpPr/>
          <p:nvPr/>
        </p:nvGrpSpPr>
        <p:grpSpPr>
          <a:xfrm>
            <a:off x="838200" y="1716881"/>
            <a:ext cx="1975246" cy="790098"/>
            <a:chOff x="3393" y="352398"/>
            <a:chExt cx="1975246" cy="790098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53933700-698C-4278-8E9E-E27A5F13A2FA}"/>
                </a:ext>
              </a:extLst>
            </p:cNvPr>
            <p:cNvSpPr/>
            <p:nvPr/>
          </p:nvSpPr>
          <p:spPr>
            <a:xfrm>
              <a:off x="3393" y="352398"/>
              <a:ext cx="1975246" cy="790098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AB319A36-FAF2-4FF4-AB98-3328D37F2028}"/>
                </a:ext>
              </a:extLst>
            </p:cNvPr>
            <p:cNvSpPr txBox="1"/>
            <p:nvPr/>
          </p:nvSpPr>
          <p:spPr>
            <a:xfrm>
              <a:off x="398442" y="352398"/>
              <a:ext cx="1185148" cy="79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Awareness</a:t>
              </a:r>
              <a:endParaRPr lang="en-SG" sz="1500" kern="1200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92F4B76-4767-4561-A30E-2470C3D5648D}"/>
              </a:ext>
            </a:extLst>
          </p:cNvPr>
          <p:cNvSpPr/>
          <p:nvPr/>
        </p:nvSpPr>
        <p:spPr>
          <a:xfrm>
            <a:off x="838200" y="351414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Starting with their basic needs or desire, customers begin by </a:t>
            </a:r>
            <a:r>
              <a:rPr lang="en-US" dirty="0">
                <a:solidFill>
                  <a:srgbClr val="00B0F0"/>
                </a:solidFill>
              </a:rPr>
              <a:t>searching</a:t>
            </a:r>
            <a:r>
              <a:rPr lang="en-US" dirty="0"/>
              <a:t> for businesses, products and services. </a:t>
            </a:r>
          </a:p>
        </p:txBody>
      </p:sp>
      <p:pic>
        <p:nvPicPr>
          <p:cNvPr id="2054" name="Picture 6" descr="Image result for website icon">
            <a:extLst>
              <a:ext uri="{FF2B5EF4-FFF2-40B4-BE49-F238E27FC236}">
                <a16:creationId xmlns:a16="http://schemas.microsoft.com/office/drawing/2014/main" id="{4A68F6A3-CBB7-4C5F-963F-54AEAD04B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066800"/>
            <a:ext cx="1300163" cy="130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lated image">
            <a:extLst>
              <a:ext uri="{FF2B5EF4-FFF2-40B4-BE49-F238E27FC236}">
                <a16:creationId xmlns:a16="http://schemas.microsoft.com/office/drawing/2014/main" id="{01F8CEE7-B23D-49B3-8A11-77BBF92E8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361472"/>
            <a:ext cx="1300163" cy="975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lated image">
            <a:extLst>
              <a:ext uri="{FF2B5EF4-FFF2-40B4-BE49-F238E27FC236}">
                <a16:creationId xmlns:a16="http://schemas.microsoft.com/office/drawing/2014/main" id="{7A48D365-3AB2-4356-A2B7-1A8928BF8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34" t="31417" r="31333" b="31333"/>
          <a:stretch/>
        </p:blipFill>
        <p:spPr bwMode="auto">
          <a:xfrm>
            <a:off x="6790828" y="3548261"/>
            <a:ext cx="981571" cy="97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439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Buying Cycle</a:t>
            </a:r>
          </a:p>
          <a:p>
            <a:pPr lvl="1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351D38-D316-46E5-9B8B-D9FE23267166}"/>
              </a:ext>
            </a:extLst>
          </p:cNvPr>
          <p:cNvGrpSpPr/>
          <p:nvPr/>
        </p:nvGrpSpPr>
        <p:grpSpPr>
          <a:xfrm>
            <a:off x="914400" y="1752600"/>
            <a:ext cx="1975246" cy="790098"/>
            <a:chOff x="1781115" y="352398"/>
            <a:chExt cx="1975246" cy="790098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9F839249-41AC-4B61-AE4B-97E0418270F4}"/>
                </a:ext>
              </a:extLst>
            </p:cNvPr>
            <p:cNvSpPr/>
            <p:nvPr/>
          </p:nvSpPr>
          <p:spPr>
            <a:xfrm>
              <a:off x="1781115" y="352398"/>
              <a:ext cx="1975246" cy="790098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2CFF7CE4-62EB-448B-BFDD-E8D5C02A37D9}"/>
                </a:ext>
              </a:extLst>
            </p:cNvPr>
            <p:cNvSpPr txBox="1"/>
            <p:nvPr/>
          </p:nvSpPr>
          <p:spPr>
            <a:xfrm>
              <a:off x="2176164" y="352398"/>
              <a:ext cx="1185148" cy="79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Consideration</a:t>
              </a:r>
              <a:endParaRPr lang="en-SG" sz="1500" kern="1200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90ED9FA-B9DB-4B2E-9698-1CDE8F17CEEB}"/>
              </a:ext>
            </a:extLst>
          </p:cNvPr>
          <p:cNvSpPr/>
          <p:nvPr/>
        </p:nvSpPr>
        <p:spPr>
          <a:xfrm>
            <a:off x="457200" y="2909840"/>
            <a:ext cx="4038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Once a consumer has determined or been made aware of possible options, they move to the consideration stage and begin to filter the results by criteria such as </a:t>
            </a:r>
            <a:r>
              <a:rPr lang="en-US" dirty="0">
                <a:solidFill>
                  <a:srgbClr val="00B0F0"/>
                </a:solidFill>
              </a:rPr>
              <a:t>location</a:t>
            </a:r>
            <a:r>
              <a:rPr lang="en-US" dirty="0"/>
              <a:t>, available </a:t>
            </a:r>
            <a:r>
              <a:rPr lang="en-US" dirty="0">
                <a:solidFill>
                  <a:srgbClr val="00B0F0"/>
                </a:solidFill>
              </a:rPr>
              <a:t>incentives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recommendations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relevancy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ratings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816EC5-7B55-4AA0-AA53-4AEC90AC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658" y="1147381"/>
            <a:ext cx="3721494" cy="20005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1D4CCD-B0F0-479C-BA3E-32DC5BB2F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359" y="3886200"/>
            <a:ext cx="3746793" cy="200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45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Buying Cycle</a:t>
            </a:r>
          </a:p>
          <a:p>
            <a:pPr lvl="1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3266AA-0CA8-4466-A5D6-7F63C70A5D55}"/>
              </a:ext>
            </a:extLst>
          </p:cNvPr>
          <p:cNvGrpSpPr/>
          <p:nvPr/>
        </p:nvGrpSpPr>
        <p:grpSpPr>
          <a:xfrm>
            <a:off x="838200" y="1676400"/>
            <a:ext cx="1975246" cy="790098"/>
            <a:chOff x="3558837" y="352398"/>
            <a:chExt cx="1975246" cy="790098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D39E58A2-A8CC-4D17-ADC6-B2B1CBDB5E3D}"/>
                </a:ext>
              </a:extLst>
            </p:cNvPr>
            <p:cNvSpPr/>
            <p:nvPr/>
          </p:nvSpPr>
          <p:spPr>
            <a:xfrm>
              <a:off x="3558837" y="352398"/>
              <a:ext cx="1975246" cy="790098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DB235776-0885-4D2F-B6CB-FAB36F2714A7}"/>
                </a:ext>
              </a:extLst>
            </p:cNvPr>
            <p:cNvSpPr txBox="1"/>
            <p:nvPr/>
          </p:nvSpPr>
          <p:spPr>
            <a:xfrm>
              <a:off x="3953886" y="352398"/>
              <a:ext cx="1185148" cy="79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Intent</a:t>
              </a:r>
              <a:endParaRPr lang="en-SG" sz="1500" kern="1200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C491429-B30B-48D5-B27F-D0AF4AAA3541}"/>
              </a:ext>
            </a:extLst>
          </p:cNvPr>
          <p:cNvSpPr/>
          <p:nvPr/>
        </p:nvSpPr>
        <p:spPr>
          <a:xfrm>
            <a:off x="527446" y="299631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this stage, consumer enters into a </a:t>
            </a:r>
            <a:r>
              <a:rPr lang="en-US" dirty="0">
                <a:solidFill>
                  <a:srgbClr val="00B0F0"/>
                </a:solidFill>
              </a:rPr>
              <a:t>logical and emotional inclination</a:t>
            </a:r>
            <a:r>
              <a:rPr lang="en-US" dirty="0"/>
              <a:t> towards one solution or another, ultimately leading to a purchasing decision.</a:t>
            </a:r>
          </a:p>
        </p:txBody>
      </p:sp>
      <p:pic>
        <p:nvPicPr>
          <p:cNvPr id="3074" name="Picture 2" descr="Image result for free trial">
            <a:extLst>
              <a:ext uri="{FF2B5EF4-FFF2-40B4-BE49-F238E27FC236}">
                <a16:creationId xmlns:a16="http://schemas.microsoft.com/office/drawing/2014/main" id="{7553B73E-A576-4332-AE75-4C14A28F1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869" y="1524000"/>
            <a:ext cx="1669254" cy="1669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5AE04A-613A-43AC-BAD0-ED09B7DDF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46576"/>
            <a:ext cx="9144000" cy="225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85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Buying Cycle</a:t>
            </a:r>
          </a:p>
          <a:p>
            <a:pPr lvl="1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9D374B-9846-46F3-B068-F6E2B66628CB}"/>
              </a:ext>
            </a:extLst>
          </p:cNvPr>
          <p:cNvGrpSpPr/>
          <p:nvPr/>
        </p:nvGrpSpPr>
        <p:grpSpPr>
          <a:xfrm>
            <a:off x="838200" y="1676400"/>
            <a:ext cx="1975246" cy="790098"/>
            <a:chOff x="5336559" y="352398"/>
            <a:chExt cx="1975246" cy="790098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E7D1D45E-A519-4577-992C-1BCED6518E58}"/>
                </a:ext>
              </a:extLst>
            </p:cNvPr>
            <p:cNvSpPr/>
            <p:nvPr/>
          </p:nvSpPr>
          <p:spPr>
            <a:xfrm>
              <a:off x="5336559" y="352398"/>
              <a:ext cx="1975246" cy="790098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D0C8C553-0A41-4C1B-98E1-6775814784ED}"/>
                </a:ext>
              </a:extLst>
            </p:cNvPr>
            <p:cNvSpPr txBox="1"/>
            <p:nvPr/>
          </p:nvSpPr>
          <p:spPr>
            <a:xfrm>
              <a:off x="5731608" y="352398"/>
              <a:ext cx="1185148" cy="79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Decision</a:t>
              </a:r>
              <a:endParaRPr lang="en-SG" sz="1500" kern="1200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2CAAB67-7516-4BBF-8688-8848976C21AB}"/>
              </a:ext>
            </a:extLst>
          </p:cNvPr>
          <p:cNvSpPr/>
          <p:nvPr/>
        </p:nvSpPr>
        <p:spPr>
          <a:xfrm>
            <a:off x="609600" y="2828835"/>
            <a:ext cx="289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this stage, consumer decides whether to buy from you or from others or not to buy.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68D93C-0A0A-4EE2-8917-96D7C6E09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256" y="1136853"/>
            <a:ext cx="4800600" cy="338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89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i="1" dirty="0"/>
              <a:t>“The internet’s biggest impact on SMEs has been as a great leveller, making it possible for a small firm to be a global company from day one, with the reach and capabilities that once only large companies could possess,”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667000" y="4724400"/>
            <a:ext cx="4023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/>
              <a:t>(Charles Roxburgh, Director at McKinsey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0008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with your peers about how Internet helps small and medium enterprises (SMEs) to compete with big corporations. </a:t>
            </a:r>
          </a:p>
        </p:txBody>
      </p:sp>
    </p:spTree>
    <p:extLst>
      <p:ext uri="{BB962C8B-B14F-4D97-AF65-F5344CB8AC3E}">
        <p14:creationId xmlns:p14="http://schemas.microsoft.com/office/powerpoint/2010/main" val="155245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Timeline</a:t>
            </a:r>
          </a:p>
        </p:txBody>
      </p:sp>
      <p:pic>
        <p:nvPicPr>
          <p:cNvPr id="1026" name="Picture 2" descr="Image result for internet timeline up to 2017">
            <a:extLst>
              <a:ext uri="{FF2B5EF4-FFF2-40B4-BE49-F238E27FC236}">
                <a16:creationId xmlns:a16="http://schemas.microsoft.com/office/drawing/2014/main" id="{7E6EAD6F-B406-475C-917F-B607D77C1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4000" cy="64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35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2000 – Start of Web 2.0 where Internet has transformed into </a:t>
            </a:r>
            <a:r>
              <a:rPr lang="en-US" dirty="0">
                <a:solidFill>
                  <a:srgbClr val="FF0000"/>
                </a:solidFill>
              </a:rPr>
              <a:t>global communication platform</a:t>
            </a:r>
            <a:r>
              <a:rPr lang="en-US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34045" y="2998553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Web 2.0</a:t>
            </a:r>
            <a:r>
              <a:rPr lang="en-US" dirty="0"/>
              <a:t> is the term given to describe a second generation of the World Wide </a:t>
            </a:r>
            <a:r>
              <a:rPr lang="en-US" i="1" dirty="0"/>
              <a:t>Web</a:t>
            </a:r>
            <a:r>
              <a:rPr lang="en-US" dirty="0"/>
              <a:t> that is focused on the ability for people to </a:t>
            </a:r>
            <a:r>
              <a:rPr lang="en-US" dirty="0">
                <a:solidFill>
                  <a:srgbClr val="FF0000"/>
                </a:solidFill>
              </a:rPr>
              <a:t>collaborate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share information </a:t>
            </a:r>
            <a:r>
              <a:rPr lang="en-US" dirty="0"/>
              <a:t>online among users.”</a:t>
            </a:r>
          </a:p>
        </p:txBody>
      </p:sp>
    </p:spTree>
    <p:extLst>
      <p:ext uri="{BB962C8B-B14F-4D97-AF65-F5344CB8AC3E}">
        <p14:creationId xmlns:p14="http://schemas.microsoft.com/office/powerpoint/2010/main" val="2369313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3.0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D1416-D455-4A8D-904B-DC32C10E9E07}"/>
              </a:ext>
            </a:extLst>
          </p:cNvPr>
          <p:cNvSpPr/>
          <p:nvPr/>
        </p:nvSpPr>
        <p:spPr>
          <a:xfrm>
            <a:off x="3962400" y="1066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Web 3.0</a:t>
            </a:r>
            <a:r>
              <a:rPr lang="en-US" dirty="0"/>
              <a:t> continuing from 2.0 but all machines learning from users and become intelligent!”</a:t>
            </a:r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7C9283E5-65CF-48B2-A04E-81B911187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93500"/>
            <a:ext cx="4191000" cy="1948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IoT">
            <a:extLst>
              <a:ext uri="{FF2B5EF4-FFF2-40B4-BE49-F238E27FC236}">
                <a16:creationId xmlns:a16="http://schemas.microsoft.com/office/drawing/2014/main" id="{726C2146-F1AF-43FC-A649-F2B605083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4" y="4503737"/>
            <a:ext cx="3946526" cy="197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786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some of the Web 2.0 tools or sites that you are familiar with.</a:t>
            </a:r>
          </a:p>
        </p:txBody>
      </p:sp>
    </p:spTree>
    <p:extLst>
      <p:ext uri="{BB962C8B-B14F-4D97-AF65-F5344CB8AC3E}">
        <p14:creationId xmlns:p14="http://schemas.microsoft.com/office/powerpoint/2010/main" val="4276731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Online Presence for your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Way to build audience and inform, interact and engage with customers or potential customers on the Internet</a:t>
            </a: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C4351C-685D-4364-BE14-2D91754208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2308000"/>
              </p:ext>
            </p:extLst>
          </p:nvPr>
        </p:nvGraphicFramePr>
        <p:xfrm>
          <a:off x="1524000" y="2209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776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21E9-7211-4985-B4E2-96943447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up Facebook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89F33-4F45-420C-9AAF-0E9882FBD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>
                <a:hlinkClick r:id="rId2" action="ppaction://hlinkpres?slideindex=1&amp;slidetitle="/>
              </a:rPr>
              <a:t>Facebook Page Setup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2995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21E9-7211-4985-B4E2-96943447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up a Website using </a:t>
            </a:r>
            <a:r>
              <a:rPr lang="en-SG" dirty="0" err="1"/>
              <a:t>Wix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89F33-4F45-420C-9AAF-0E9882FBD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Wix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2035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</TotalTime>
  <Words>498</Words>
  <Application>Microsoft Office PowerPoint</Application>
  <PresentationFormat>On-screen Show (4:3)</PresentationFormat>
  <Paragraphs>75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Digital Marketing Essentials</vt:lpstr>
      <vt:lpstr>Learning Outcomes</vt:lpstr>
      <vt:lpstr>Activity 1</vt:lpstr>
      <vt:lpstr>Impact of The Internet</vt:lpstr>
      <vt:lpstr>Why business need to be online?</vt:lpstr>
      <vt:lpstr>Marketing and The Web</vt:lpstr>
      <vt:lpstr>Marketing and The Web</vt:lpstr>
      <vt:lpstr>Marketing and The Web</vt:lpstr>
      <vt:lpstr>Marketing and The Web</vt:lpstr>
      <vt:lpstr>Marketing and The Web</vt:lpstr>
      <vt:lpstr>Impact of The Internet</vt:lpstr>
      <vt:lpstr>Activity 2</vt:lpstr>
      <vt:lpstr>A Brief Timeline</vt:lpstr>
      <vt:lpstr>A Brief Timeline</vt:lpstr>
      <vt:lpstr>A Brief Timeline</vt:lpstr>
      <vt:lpstr>Activity 3</vt:lpstr>
      <vt:lpstr>Online Presence for your Business</vt:lpstr>
      <vt:lpstr>Setting up Facebook Page</vt:lpstr>
      <vt:lpstr>Setting up a Website using Wix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Digital Marketing</dc:title>
  <dc:creator>Tony Toe</dc:creator>
  <cp:lastModifiedBy>Marie Chris Soque</cp:lastModifiedBy>
  <cp:revision>92</cp:revision>
  <dcterms:created xsi:type="dcterms:W3CDTF">2015-05-11T03:46:14Z</dcterms:created>
  <dcterms:modified xsi:type="dcterms:W3CDTF">2026-06-05T00:11:43Z</dcterms:modified>
</cp:coreProperties>
</file>