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B004-B96F-A373-81A5-89E229059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A530F-9B47-AC51-4178-12DA42A1C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B9F24-F93F-EC23-D2B6-BA0D535C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65635-3E67-CDE0-B323-AB6F6C03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6910B-D318-8917-4755-0B670749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040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D57E8-7CC9-4500-7B92-2B43F038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6B10-BB14-CF61-3A44-F92377983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741F3-4654-2AAB-8EE2-8325F243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16734-83B5-F150-E10E-9FD00D30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11C84-F0DF-5268-EA43-D2E2552C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516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1375-316E-F5AE-FC98-D84D9A7F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C78DB-19C3-9653-A3DB-4FA9AC933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99A42-88AE-B9C0-ACE7-82BDD17A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26676-5F31-8636-7FE8-AE6DD03A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D5D82-0E76-B250-D561-E2CF029D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902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CC73-FDF3-6357-FE15-F8E1DB0F2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9E3C3-B06E-FFAF-498D-632DC070D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F897D-00B7-4209-E609-43A547A32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45D30-15EE-8408-7C70-F1AB02C9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8051D-3CD5-A79B-CFB6-2D9B91BF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42EA3-D13A-7D98-2B3B-788FC780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688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BEC7-70A3-3BB7-D6C5-8B10B11A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ABB8D-CE20-1C62-1804-A457B7D29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C401B-57CA-48C5-DB50-3408CC775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7D916-16A1-652C-34DA-DD9DCC2FC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F1605-F28D-44DA-CF54-420D3627EE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1F848-AA4E-E64A-F077-EA711AD6A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9487F-5E7E-0B8C-CD12-EB97581F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79F3D-EC25-2E4B-A1C8-DC493C5A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090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8A05-A56D-5BA4-022C-E024C325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BD4CB-E968-CECA-94B2-E17E8DCE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F6039-F10D-36A8-9D82-05E6D81B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9C72C-1E12-B2BA-2F25-84C8DB80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502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59748-33E0-E1FB-BF7A-48A3ADB6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0343D-52E3-CCD7-D6BB-3DC8A1A0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693E5-A50C-301F-EF77-4A92E2D6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39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D228-BDAA-5A12-EF64-3FC14B61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F030-3C3F-1526-5523-E788978D8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42FC0-6EC4-5ADF-0083-DE4492B8F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E25B7-F5CB-38C8-B14C-C1C40844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64C3-DB15-0D4F-85C8-4F21C9E4C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C8F74-CB0F-BA41-2442-8D1B41E9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839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3BE6-F0C0-5259-CEF8-2B86C584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EADC4-31F3-D917-3F80-4AC95A78D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61F66-B9F2-0B5B-DB98-3B1DC256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FFAF0-6D3A-6894-7E5A-BC91B12C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71F85-4475-D8D7-FF12-7465E34E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1E635-2262-BC8B-247A-0DC89D91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21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8934-4079-4A14-73B2-71179237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DB2D8-913B-E0C8-E9A6-713E501A3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22A9E-55B5-DE14-CEE3-04ECB04D3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351F4-71BD-7E44-F7EE-7F9129729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40E21-F45C-5DC8-28A3-5CB80CB7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40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321CB-0EE3-2F2D-CCB5-0B7D7D439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85F42-3667-4EE6-89CB-F22FC7AAB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28FCE-C7C9-9AD5-DB27-646E7C66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C27D5-3AAF-7E40-EC00-345ACA83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4A291-6D4A-DC32-C1F1-C070FB43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891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8D692-6028-C40A-375F-41303306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770CF-ACFF-4B1D-2695-8C1BCCECF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D09B0-9703-4691-DA73-86A014EE5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C4A5A-08CB-4A06-AF6F-925479CD045F}" type="datetimeFigureOut">
              <a:rPr lang="en-SG" smtClean="0"/>
              <a:t>25/6/2026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45240-DDC5-D54B-5E7A-B40321A03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572FC-9117-5B55-AB08-B9757668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AD894-8841-4B83-BE30-A298A62E9A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439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igivizer.com/blog/what-is-paid-owned-and-earned-media-the-marketing-mix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6627CE-5F83-7C8E-1570-97177B25CEDF}"/>
              </a:ext>
            </a:extLst>
          </p:cNvPr>
          <p:cNvSpPr txBox="1"/>
          <p:nvPr/>
        </p:nvSpPr>
        <p:spPr>
          <a:xfrm>
            <a:off x="1001485" y="5772836"/>
            <a:ext cx="7576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2"/>
              </a:rPr>
              <a:t>https://digivizer.com/blog/what-is-paid-owned-and-earned-media-the-marketing-mix/</a:t>
            </a:r>
            <a:endParaRPr lang="en-SG" dirty="0"/>
          </a:p>
        </p:txBody>
      </p:sp>
      <p:pic>
        <p:nvPicPr>
          <p:cNvPr id="8" name="Picture 7" descr="The-Digital-Marketing-Mix-Owned-Earned-Paid">
            <a:extLst>
              <a:ext uri="{FF2B5EF4-FFF2-40B4-BE49-F238E27FC236}">
                <a16:creationId xmlns:a16="http://schemas.microsoft.com/office/drawing/2014/main" id="{833799E6-97FA-D20C-A7B7-7E308F114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9" y="438832"/>
            <a:ext cx="9011331" cy="492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2</cp:revision>
  <dcterms:created xsi:type="dcterms:W3CDTF">2026-06-25T02:36:32Z</dcterms:created>
  <dcterms:modified xsi:type="dcterms:W3CDTF">2026-06-25T02:45:02Z</dcterms:modified>
</cp:coreProperties>
</file>