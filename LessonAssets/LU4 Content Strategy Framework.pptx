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8D36-8FAB-14CE-60A4-B994AB054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7D433-D362-6CD0-C237-06D8CC854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3B7E8-F06F-D044-E641-447F1EDD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DA4C7-1A73-61C0-B5E1-A5A859D6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17D1F-1F7C-78DB-3CF0-E129DDE2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63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56D6-E72A-138B-B938-2BEB391B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5602-9FD2-2A45-7442-0CC30B8E1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C555A-1B02-2A7A-2774-4EA794E9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F4AAF-F399-1C74-9490-19F72404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2065-5E8C-93B0-B2CA-837212BC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040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4B8B-1641-08BF-A6C5-16C779D0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B66E-5A04-AB42-B393-F1487B3A5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58B4-B2A4-A2F4-26B0-FE55622B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1D62D-1D90-64FC-980A-398B0252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58DD-F2A4-45A6-B120-643362A5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934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F61F-B301-1C2F-3FAD-F2F5EC86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BBD8-EE90-E27B-8021-B8AEF1EFC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EDFD1-BFBD-B80A-F8D5-5391E8E7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0D134-9605-44AE-5238-C74FF697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AA740-8E42-38A9-1CA7-EEE7C6B9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052F7-4BA4-B2AF-B043-ACB47138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572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0E0D-B3C8-FA6F-D860-F41E3C964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3648-A4B9-D03B-CA03-75909F1D6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15FAD-E1EB-16E2-EE77-BC0A1A6F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96B2D-30A3-7F21-47B7-6C93D9715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D8DD0-4C10-CD46-52AE-9C057BE19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3AF4A-B85A-B089-E65F-6A3C9D86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EC570-91A5-95AD-F637-22496E4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556E6-69B5-0F06-3AA5-90604918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832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3553-9258-BFA5-D084-34081E6B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4E484-1622-02E3-76A6-3C7F9B4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46AE6-B4D2-7272-F2C7-C72378F1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F0BD1-9493-2975-70D0-72360F17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599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D3FF0-057D-9C40-0E67-9F6817DA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EB457-6BC4-C2C6-74FC-696A827D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FFC89-BF7D-6E65-E14B-5787C918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491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B007-CA74-C957-7353-74FC4C54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CD28A-75D9-13F0-DE16-2001697BC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E6A1-E070-B762-B4F0-F2144AA1E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14B17-E163-11CF-0A04-FDC3EF6E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40198-96B1-FC5F-A875-C036532B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00170-2964-9970-E415-238D8216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682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F8FE-FF2F-F57D-20EF-B60AFDFC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C010BC-303B-5BC4-2C99-BAAD3BBF6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5D4DC-D44E-A872-AD96-3E8D0E181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B6A25-7FC2-8A6C-7BA0-11A6D835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9B626-3C9C-F64B-6366-5F082ED6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48D79-832C-145E-14E4-96835A87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23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E128-E5C1-DA73-EE45-6040B42C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6F89C-FA30-94F8-7574-920DEA573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58FAB-5ACD-5057-D1B7-013AA921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27569-A539-D66D-D48A-8F4F903F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A7D0F-64F1-4776-8D11-E0F0E552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635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3C770-0C0B-1A9F-2D68-101FBD638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169C9-A635-E503-350F-081EA1F5B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DBD8C-2CF9-759A-3479-5981D9C6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E7368-4499-7E04-47C2-3F393418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0A7F2-669E-537B-48DD-0A287AC1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347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01CF5-E32C-D32B-6939-CAA20F2A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D45A4-9C93-C549-7115-A64A784E9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A6098-45FC-F485-6378-5BEABDE0D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B15ED-695D-40E6-A8B7-0399D12042B6}" type="datetimeFigureOut">
              <a:rPr lang="en-SG" smtClean="0"/>
              <a:t>21/6/2026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2ACC5-464D-0FFB-05AE-A8C5E3A59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3202-D0CE-9791-0405-CF0A147B8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5E378-0657-4474-8D68-E1C6C155E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685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4A27-18FB-62F6-F4A9-063219DC0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Content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20EE1-2CF3-CF69-BAD0-8CEF9232F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396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6B43D4-61FB-E861-2908-BC3E9112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276074"/>
            <a:ext cx="9840686" cy="5674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F5F21-3579-606B-A4F5-5A098852E208}"/>
              </a:ext>
            </a:extLst>
          </p:cNvPr>
          <p:cNvSpPr txBox="1"/>
          <p:nvPr/>
        </p:nvSpPr>
        <p:spPr>
          <a:xfrm>
            <a:off x="446313" y="6212594"/>
            <a:ext cx="103196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/>
              <a:t>https://www.seedtoscale.com/blog/an-easy-to-apply-content-creation-framework</a:t>
            </a:r>
          </a:p>
        </p:txBody>
      </p:sp>
    </p:spTree>
    <p:extLst>
      <p:ext uri="{BB962C8B-B14F-4D97-AF65-F5344CB8AC3E}">
        <p14:creationId xmlns:p14="http://schemas.microsoft.com/office/powerpoint/2010/main" val="117176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36AA42-7287-987C-E050-3CB48B7A1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" y="79510"/>
            <a:ext cx="10570029" cy="6010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49AD80-7F54-F8A1-EE9B-524671A97D4D}"/>
              </a:ext>
            </a:extLst>
          </p:cNvPr>
          <p:cNvSpPr txBox="1"/>
          <p:nvPr/>
        </p:nvSpPr>
        <p:spPr>
          <a:xfrm>
            <a:off x="446313" y="6212594"/>
            <a:ext cx="10319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https://www.seedtoscale.com/blog/an-easy-to-apply-content-creation-framework</a:t>
            </a:r>
          </a:p>
        </p:txBody>
      </p:sp>
    </p:spTree>
    <p:extLst>
      <p:ext uri="{BB962C8B-B14F-4D97-AF65-F5344CB8AC3E}">
        <p14:creationId xmlns:p14="http://schemas.microsoft.com/office/powerpoint/2010/main" val="127873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6FF9-CE1F-2176-EC03-7118475E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0E16A0-5B06-62CA-1897-FCAE123FCE16}"/>
              </a:ext>
            </a:extLst>
          </p:cNvPr>
          <p:cNvSpPr txBox="1"/>
          <p:nvPr/>
        </p:nvSpPr>
        <p:spPr>
          <a:xfrm>
            <a:off x="446313" y="6212594"/>
            <a:ext cx="10319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https://www.seedtoscale.com/blog/an-easy-to-apply-content-creation-framework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E48209-B45C-080C-BCC3-52DAD2D8A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68407"/>
            <a:ext cx="10514844" cy="55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5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3D7D-6C5C-1065-D950-5E009B99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8DC738-62E6-4E1A-9E81-BA5390FF53AF}"/>
              </a:ext>
            </a:extLst>
          </p:cNvPr>
          <p:cNvSpPr txBox="1"/>
          <p:nvPr/>
        </p:nvSpPr>
        <p:spPr>
          <a:xfrm>
            <a:off x="446313" y="6212594"/>
            <a:ext cx="10319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https://www.seedtoscale.com/blog/an-easy-to-apply-content-creation-framework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7BF9E-4A68-F578-681A-4E8B8DC0F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36" y="368407"/>
            <a:ext cx="9929735" cy="573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2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Content Strategy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7</cp:revision>
  <dcterms:created xsi:type="dcterms:W3CDTF">2026-06-21T07:38:01Z</dcterms:created>
  <dcterms:modified xsi:type="dcterms:W3CDTF">2026-06-21T07:58:15Z</dcterms:modified>
</cp:coreProperties>
</file>